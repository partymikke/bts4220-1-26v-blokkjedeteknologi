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modernComment_139_FAC18BE5.xml" ContentType="application/vnd.ms-powerpoint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30" r:id="rId5"/>
    <p:sldId id="331" r:id="rId6"/>
    <p:sldId id="329" r:id="rId7"/>
    <p:sldId id="313" r:id="rId8"/>
    <p:sldId id="341" r:id="rId9"/>
    <p:sldId id="333" r:id="rId10"/>
    <p:sldId id="334" r:id="rId11"/>
    <p:sldId id="332" r:id="rId12"/>
    <p:sldId id="336" r:id="rId13"/>
    <p:sldId id="338" r:id="rId14"/>
    <p:sldId id="339" r:id="rId15"/>
    <p:sldId id="340" r:id="rId16"/>
  </p:sldIdLst>
  <p:sldSz cx="12188825" cy="6858000"/>
  <p:notesSz cx="6858000" cy="9144000"/>
  <p:custDataLst>
    <p:tags r:id="rId19"/>
  </p:custDataLst>
  <p:defaultTextStyle>
    <a:defPPr rtl="0"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9AE839F-5FEB-4075-F21B-E0430D3C6473}" name="Hadil Rustam hadrustam" initials="Hh" userId="d447becb7296d1f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BA9E7"/>
    <a:srgbClr val="56C5FF"/>
    <a:srgbClr val="122A4C"/>
    <a:srgbClr val="01142C"/>
    <a:srgbClr val="4381DC"/>
    <a:srgbClr val="000F24"/>
    <a:srgbClr val="E5E9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EA1A89-C8AA-48BA-BF4B-15C57FCFDCC2}" v="1" dt="2026-03-18T22:37:15.9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92" autoAdjust="0"/>
    <p:restoredTop sz="94660"/>
  </p:normalViewPr>
  <p:slideViewPr>
    <p:cSldViewPr snapToGrid="0">
      <p:cViewPr>
        <p:scale>
          <a:sx n="86" d="100"/>
          <a:sy n="86" d="100"/>
        </p:scale>
        <p:origin x="2382" y="1524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dil Rustam hadrustam" userId="d447becb7296d1f0" providerId="LiveId" clId="{D70641AF-A371-4ECE-A44F-07D3798703FE}"/>
    <pc:docChg chg="modSld">
      <pc:chgData name="Hadil Rustam hadrustam" userId="d447becb7296d1f0" providerId="LiveId" clId="{D70641AF-A371-4ECE-A44F-07D3798703FE}" dt="2026-03-18T22:42:01.361" v="29" actId="14100"/>
      <pc:docMkLst>
        <pc:docMk/>
      </pc:docMkLst>
      <pc:sldChg chg="modSp mod">
        <pc:chgData name="Hadil Rustam hadrustam" userId="d447becb7296d1f0" providerId="LiveId" clId="{D70641AF-A371-4ECE-A44F-07D3798703FE}" dt="2026-03-18T22:38:11.224" v="5" actId="14100"/>
        <pc:sldMkLst>
          <pc:docMk/>
          <pc:sldMk cId="4206988261" sldId="313"/>
        </pc:sldMkLst>
        <pc:spChg chg="mod">
          <ac:chgData name="Hadil Rustam hadrustam" userId="d447becb7296d1f0" providerId="LiveId" clId="{D70641AF-A371-4ECE-A44F-07D3798703FE}" dt="2026-03-18T22:38:11.224" v="5" actId="14100"/>
          <ac:spMkLst>
            <pc:docMk/>
            <pc:sldMk cId="4206988261" sldId="313"/>
            <ac:spMk id="10" creationId="{30E1E1FD-65BD-49D3-1FDA-113F9A351F59}"/>
          </ac:spMkLst>
        </pc:spChg>
      </pc:sldChg>
      <pc:sldChg chg="modSp mod">
        <pc:chgData name="Hadil Rustam hadrustam" userId="d447becb7296d1f0" providerId="LiveId" clId="{D70641AF-A371-4ECE-A44F-07D3798703FE}" dt="2026-03-18T22:37:50.479" v="2" actId="255"/>
        <pc:sldMkLst>
          <pc:docMk/>
          <pc:sldMk cId="758949041" sldId="329"/>
        </pc:sldMkLst>
        <pc:spChg chg="mod">
          <ac:chgData name="Hadil Rustam hadrustam" userId="d447becb7296d1f0" providerId="LiveId" clId="{D70641AF-A371-4ECE-A44F-07D3798703FE}" dt="2026-03-18T22:37:50.479" v="2" actId="255"/>
          <ac:spMkLst>
            <pc:docMk/>
            <pc:sldMk cId="758949041" sldId="329"/>
            <ac:spMk id="19" creationId="{86EC3CA9-CE23-A249-3005-4280DC9FF439}"/>
          </ac:spMkLst>
        </pc:spChg>
      </pc:sldChg>
      <pc:sldChg chg="modSp mod">
        <pc:chgData name="Hadil Rustam hadrustam" userId="d447becb7296d1f0" providerId="LiveId" clId="{D70641AF-A371-4ECE-A44F-07D3798703FE}" dt="2026-03-18T22:37:35.937" v="1" actId="14100"/>
        <pc:sldMkLst>
          <pc:docMk/>
          <pc:sldMk cId="3663782509" sldId="330"/>
        </pc:sldMkLst>
        <pc:spChg chg="mod">
          <ac:chgData name="Hadil Rustam hadrustam" userId="d447becb7296d1f0" providerId="LiveId" clId="{D70641AF-A371-4ECE-A44F-07D3798703FE}" dt="2026-03-18T22:37:35.937" v="1" actId="14100"/>
          <ac:spMkLst>
            <pc:docMk/>
            <pc:sldMk cId="3663782509" sldId="330"/>
            <ac:spMk id="13" creationId="{67DFD92D-879E-2020-8102-E76496D577D9}"/>
          </ac:spMkLst>
        </pc:spChg>
      </pc:sldChg>
      <pc:sldChg chg="modSp mod">
        <pc:chgData name="Hadil Rustam hadrustam" userId="d447becb7296d1f0" providerId="LiveId" clId="{D70641AF-A371-4ECE-A44F-07D3798703FE}" dt="2026-03-18T22:36:18.528" v="0" actId="255"/>
        <pc:sldMkLst>
          <pc:docMk/>
          <pc:sldMk cId="3039467618" sldId="331"/>
        </pc:sldMkLst>
        <pc:spChg chg="mod">
          <ac:chgData name="Hadil Rustam hadrustam" userId="d447becb7296d1f0" providerId="LiveId" clId="{D70641AF-A371-4ECE-A44F-07D3798703FE}" dt="2026-03-18T22:36:18.528" v="0" actId="255"/>
          <ac:spMkLst>
            <pc:docMk/>
            <pc:sldMk cId="3039467618" sldId="331"/>
            <ac:spMk id="4" creationId="{3841EFF5-8B20-7450-D1ED-67A78876344C}"/>
          </ac:spMkLst>
        </pc:spChg>
      </pc:sldChg>
      <pc:sldChg chg="modSp mod">
        <pc:chgData name="Hadil Rustam hadrustam" userId="d447becb7296d1f0" providerId="LiveId" clId="{D70641AF-A371-4ECE-A44F-07D3798703FE}" dt="2026-03-18T22:40:14.314" v="19" actId="14100"/>
        <pc:sldMkLst>
          <pc:docMk/>
          <pc:sldMk cId="3228093481" sldId="332"/>
        </pc:sldMkLst>
        <pc:spChg chg="mod">
          <ac:chgData name="Hadil Rustam hadrustam" userId="d447becb7296d1f0" providerId="LiveId" clId="{D70641AF-A371-4ECE-A44F-07D3798703FE}" dt="2026-03-18T22:40:14.314" v="19" actId="14100"/>
          <ac:spMkLst>
            <pc:docMk/>
            <pc:sldMk cId="3228093481" sldId="332"/>
            <ac:spMk id="4" creationId="{19106A63-2FD9-69C7-EA87-8583BF559B61}"/>
          </ac:spMkLst>
        </pc:spChg>
      </pc:sldChg>
      <pc:sldChg chg="modSp mod">
        <pc:chgData name="Hadil Rustam hadrustam" userId="d447becb7296d1f0" providerId="LiveId" clId="{D70641AF-A371-4ECE-A44F-07D3798703FE}" dt="2026-03-18T22:39:21.835" v="14" actId="14100"/>
        <pc:sldMkLst>
          <pc:docMk/>
          <pc:sldMk cId="3064884319" sldId="333"/>
        </pc:sldMkLst>
        <pc:spChg chg="mod">
          <ac:chgData name="Hadil Rustam hadrustam" userId="d447becb7296d1f0" providerId="LiveId" clId="{D70641AF-A371-4ECE-A44F-07D3798703FE}" dt="2026-03-18T22:39:21.835" v="14" actId="14100"/>
          <ac:spMkLst>
            <pc:docMk/>
            <pc:sldMk cId="3064884319" sldId="333"/>
            <ac:spMk id="4" creationId="{D1524B74-3C7A-6989-173D-397019092FF5}"/>
          </ac:spMkLst>
        </pc:spChg>
      </pc:sldChg>
      <pc:sldChg chg="modSp mod">
        <pc:chgData name="Hadil Rustam hadrustam" userId="d447becb7296d1f0" providerId="LiveId" clId="{D70641AF-A371-4ECE-A44F-07D3798703FE}" dt="2026-03-18T22:39:46.584" v="16" actId="2711"/>
        <pc:sldMkLst>
          <pc:docMk/>
          <pc:sldMk cId="3370976326" sldId="334"/>
        </pc:sldMkLst>
        <pc:spChg chg="mod">
          <ac:chgData name="Hadil Rustam hadrustam" userId="d447becb7296d1f0" providerId="LiveId" clId="{D70641AF-A371-4ECE-A44F-07D3798703FE}" dt="2026-03-18T22:39:46.584" v="16" actId="2711"/>
          <ac:spMkLst>
            <pc:docMk/>
            <pc:sldMk cId="3370976326" sldId="334"/>
            <ac:spMk id="4" creationId="{55F4DA80-A9A6-C40A-F3EA-83E04B3280A2}"/>
          </ac:spMkLst>
        </pc:spChg>
      </pc:sldChg>
      <pc:sldChg chg="modSp mod">
        <pc:chgData name="Hadil Rustam hadrustam" userId="d447becb7296d1f0" providerId="LiveId" clId="{D70641AF-A371-4ECE-A44F-07D3798703FE}" dt="2026-03-18T22:40:25.220" v="20" actId="255"/>
        <pc:sldMkLst>
          <pc:docMk/>
          <pc:sldMk cId="886037116" sldId="336"/>
        </pc:sldMkLst>
        <pc:spChg chg="mod">
          <ac:chgData name="Hadil Rustam hadrustam" userId="d447becb7296d1f0" providerId="LiveId" clId="{D70641AF-A371-4ECE-A44F-07D3798703FE}" dt="2026-03-18T22:40:25.220" v="20" actId="255"/>
          <ac:spMkLst>
            <pc:docMk/>
            <pc:sldMk cId="886037116" sldId="336"/>
            <ac:spMk id="8" creationId="{D3737171-7E6D-E7E5-FF94-4684210144DE}"/>
          </ac:spMkLst>
        </pc:spChg>
      </pc:sldChg>
      <pc:sldChg chg="modSp mod">
        <pc:chgData name="Hadil Rustam hadrustam" userId="d447becb7296d1f0" providerId="LiveId" clId="{D70641AF-A371-4ECE-A44F-07D3798703FE}" dt="2026-03-18T22:42:01.361" v="29" actId="14100"/>
        <pc:sldMkLst>
          <pc:docMk/>
          <pc:sldMk cId="1776682160" sldId="338"/>
        </pc:sldMkLst>
        <pc:spChg chg="mod">
          <ac:chgData name="Hadil Rustam hadrustam" userId="d447becb7296d1f0" providerId="LiveId" clId="{D70641AF-A371-4ECE-A44F-07D3798703FE}" dt="2026-03-18T22:42:01.361" v="29" actId="14100"/>
          <ac:spMkLst>
            <pc:docMk/>
            <pc:sldMk cId="1776682160" sldId="338"/>
            <ac:spMk id="24" creationId="{71B407E9-8FC4-EAC8-B96F-678C2EEA684D}"/>
          </ac:spMkLst>
        </pc:spChg>
      </pc:sldChg>
      <pc:sldChg chg="modSp mod">
        <pc:chgData name="Hadil Rustam hadrustam" userId="d447becb7296d1f0" providerId="LiveId" clId="{D70641AF-A371-4ECE-A44F-07D3798703FE}" dt="2026-03-18T22:41:49.860" v="27" actId="255"/>
        <pc:sldMkLst>
          <pc:docMk/>
          <pc:sldMk cId="897068244" sldId="339"/>
        </pc:sldMkLst>
        <pc:spChg chg="mod">
          <ac:chgData name="Hadil Rustam hadrustam" userId="d447becb7296d1f0" providerId="LiveId" clId="{D70641AF-A371-4ECE-A44F-07D3798703FE}" dt="2026-03-18T22:41:49.860" v="27" actId="255"/>
          <ac:spMkLst>
            <pc:docMk/>
            <pc:sldMk cId="897068244" sldId="339"/>
            <ac:spMk id="10" creationId="{0ED09061-9E6B-3282-F932-E13789DA1091}"/>
          </ac:spMkLst>
        </pc:spChg>
      </pc:sldChg>
      <pc:sldChg chg="modSp mod">
        <pc:chgData name="Hadil Rustam hadrustam" userId="d447becb7296d1f0" providerId="LiveId" clId="{D70641AF-A371-4ECE-A44F-07D3798703FE}" dt="2026-03-18T22:41:31.431" v="26" actId="255"/>
        <pc:sldMkLst>
          <pc:docMk/>
          <pc:sldMk cId="824703622" sldId="340"/>
        </pc:sldMkLst>
        <pc:spChg chg="mod">
          <ac:chgData name="Hadil Rustam hadrustam" userId="d447becb7296d1f0" providerId="LiveId" clId="{D70641AF-A371-4ECE-A44F-07D3798703FE}" dt="2026-03-18T22:41:31.431" v="26" actId="255"/>
          <ac:spMkLst>
            <pc:docMk/>
            <pc:sldMk cId="824703622" sldId="340"/>
            <ac:spMk id="18" creationId="{475DCCDD-FADF-33A4-83A3-230B1544257A}"/>
          </ac:spMkLst>
        </pc:spChg>
      </pc:sldChg>
      <pc:sldChg chg="modSp mod">
        <pc:chgData name="Hadil Rustam hadrustam" userId="d447becb7296d1f0" providerId="LiveId" clId="{D70641AF-A371-4ECE-A44F-07D3798703FE}" dt="2026-03-18T22:39:07.544" v="12" actId="2711"/>
        <pc:sldMkLst>
          <pc:docMk/>
          <pc:sldMk cId="3856670977" sldId="341"/>
        </pc:sldMkLst>
        <pc:spChg chg="mod">
          <ac:chgData name="Hadil Rustam hadrustam" userId="d447becb7296d1f0" providerId="LiveId" clId="{D70641AF-A371-4ECE-A44F-07D3798703FE}" dt="2026-03-18T22:39:07.544" v="12" actId="2711"/>
          <ac:spMkLst>
            <pc:docMk/>
            <pc:sldMk cId="3856670977" sldId="341"/>
            <ac:spMk id="5" creationId="{A7961323-6C7E-D3BF-1C61-9FD4B77C1101}"/>
          </ac:spMkLst>
        </pc:spChg>
      </pc:sldChg>
    </pc:docChg>
  </pc:docChgLst>
</pc:chgInfo>
</file>

<file path=ppt/comments/modernComment_139_FAC18BE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B43EB86-6BAE-4449-B123-35DC368A5E87}" authorId="{69AE839F-5FEB-4075-F21B-E0430D3C6473}" created="2026-03-18T19:19:17.17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206988261" sldId="313"/>
      <ac:spMk id="3" creationId="{00000000-0000-0000-0000-000000000000}"/>
      <ac:txMk cp="6">
        <ac:context len="112" hash="1271300032"/>
      </ac:txMk>
    </ac:txMkLst>
    <p188:pos x="8595179" y="0"/>
    <p188:txBody>
      <a:bodyPr/>
      <a:lstStyle/>
      <a:p>
        <a:r>
          <a:rPr lang="nb-NO"/>
          <a:t>Transaksjon</a:t>
        </a:r>
      </a:p>
    </p188:txBody>
  </p188:cm>
</p188:cmLst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8298E1-47BC-47DE-9546-8ABEB30B8387}" type="doc">
      <dgm:prSet loTypeId="urn:microsoft.com/office/officeart/2008/layout/CircularPictureCallou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nb-NO"/>
        </a:p>
      </dgm:t>
    </dgm:pt>
    <dgm:pt modelId="{C5116381-D771-4574-9C02-CF18603C4B99}">
      <dgm:prSet phldrT="[Tekst]" phldr="0"/>
      <dgm:spPr/>
      <dgm:t>
        <a:bodyPr/>
        <a:lstStyle/>
        <a:p>
          <a:endParaRPr lang="nb-NO" dirty="0"/>
        </a:p>
      </dgm:t>
    </dgm:pt>
    <dgm:pt modelId="{270F021D-0363-48A2-AD8E-FBFDB04672B0}" type="parTrans" cxnId="{CDF5D540-EE09-4A2E-94B8-D045C45DCBEE}">
      <dgm:prSet/>
      <dgm:spPr/>
      <dgm:t>
        <a:bodyPr/>
        <a:lstStyle/>
        <a:p>
          <a:endParaRPr lang="nb-NO"/>
        </a:p>
      </dgm:t>
    </dgm:pt>
    <dgm:pt modelId="{FAC463E8-8D7F-4604-A1B3-AFB0D16AD227}" type="sibTrans" cxnId="{CDF5D540-EE09-4A2E-94B8-D045C45DCBEE}">
      <dgm:prSet/>
      <dgm:spPr>
        <a:blipFill>
          <a:blip xmlns:r="http://schemas.openxmlformats.org/officeDocument/2006/relationships" r:embed="rId1"/>
          <a:srcRect/>
          <a:stretch>
            <a:fillRect l="-25000" r="-25000"/>
          </a:stretch>
        </a:blipFill>
      </dgm:spPr>
      <dgm:t>
        <a:bodyPr/>
        <a:lstStyle/>
        <a:p>
          <a:endParaRPr lang="nb-NO"/>
        </a:p>
      </dgm:t>
    </dgm:pt>
    <dgm:pt modelId="{781B47F9-5447-4EBE-8056-CBA890901CDE}" type="pres">
      <dgm:prSet presAssocID="{928298E1-47BC-47DE-9546-8ABEB30B8387}" presName="Name0" presStyleCnt="0">
        <dgm:presLayoutVars>
          <dgm:chMax val="7"/>
          <dgm:chPref val="7"/>
          <dgm:dir/>
        </dgm:presLayoutVars>
      </dgm:prSet>
      <dgm:spPr/>
    </dgm:pt>
    <dgm:pt modelId="{978A300D-131B-4C5C-B40C-BC9DD164DE78}" type="pres">
      <dgm:prSet presAssocID="{928298E1-47BC-47DE-9546-8ABEB30B8387}" presName="Name1" presStyleCnt="0"/>
      <dgm:spPr/>
    </dgm:pt>
    <dgm:pt modelId="{927319C9-819F-44C3-A192-49FF9DF92DDE}" type="pres">
      <dgm:prSet presAssocID="{FAC463E8-8D7F-4604-A1B3-AFB0D16AD227}" presName="picture_1" presStyleCnt="0"/>
      <dgm:spPr/>
    </dgm:pt>
    <dgm:pt modelId="{C1EF77CF-0634-4114-986D-A1A0A63F76D3}" type="pres">
      <dgm:prSet presAssocID="{FAC463E8-8D7F-4604-A1B3-AFB0D16AD227}" presName="pictureRepeatNode" presStyleLbl="alignImgPlace1" presStyleIdx="0" presStyleCnt="1" custLinFactNeighborX="26023" custLinFactNeighborY="5038"/>
      <dgm:spPr>
        <a:prstGeom prst="horizontalScroll">
          <a:avLst/>
        </a:prstGeom>
      </dgm:spPr>
    </dgm:pt>
    <dgm:pt modelId="{BA92B4CC-5099-4B1C-B3C5-6D089C34E2F8}" type="pres">
      <dgm:prSet presAssocID="{C5116381-D771-4574-9C02-CF18603C4B99}" presName="text_1" presStyleLbl="node1" presStyleIdx="0" presStyleCnt="0" custLinFactNeighborX="-67075" custLinFactNeighborY="-29371">
        <dgm:presLayoutVars>
          <dgm:bulletEnabled val="1"/>
        </dgm:presLayoutVars>
      </dgm:prSet>
      <dgm:spPr/>
    </dgm:pt>
  </dgm:ptLst>
  <dgm:cxnLst>
    <dgm:cxn modelId="{6828E827-4C96-49F2-8353-7FCF30E8A0B6}" type="presOf" srcId="{928298E1-47BC-47DE-9546-8ABEB30B8387}" destId="{781B47F9-5447-4EBE-8056-CBA890901CDE}" srcOrd="0" destOrd="0" presId="urn:microsoft.com/office/officeart/2008/layout/CircularPictureCallout"/>
    <dgm:cxn modelId="{CDF5D540-EE09-4A2E-94B8-D045C45DCBEE}" srcId="{928298E1-47BC-47DE-9546-8ABEB30B8387}" destId="{C5116381-D771-4574-9C02-CF18603C4B99}" srcOrd="0" destOrd="0" parTransId="{270F021D-0363-48A2-AD8E-FBFDB04672B0}" sibTransId="{FAC463E8-8D7F-4604-A1B3-AFB0D16AD227}"/>
    <dgm:cxn modelId="{D45F8D47-2C03-400E-8DA3-C7400B3D1496}" type="presOf" srcId="{FAC463E8-8D7F-4604-A1B3-AFB0D16AD227}" destId="{C1EF77CF-0634-4114-986D-A1A0A63F76D3}" srcOrd="0" destOrd="0" presId="urn:microsoft.com/office/officeart/2008/layout/CircularPictureCallout"/>
    <dgm:cxn modelId="{F155E0DE-5DFA-44C8-AADC-36E4BE6197FF}" type="presOf" srcId="{C5116381-D771-4574-9C02-CF18603C4B99}" destId="{BA92B4CC-5099-4B1C-B3C5-6D089C34E2F8}" srcOrd="0" destOrd="0" presId="urn:microsoft.com/office/officeart/2008/layout/CircularPictureCallout"/>
    <dgm:cxn modelId="{BA53E50F-232F-49D9-A9CA-BBF078D0BB2C}" type="presParOf" srcId="{781B47F9-5447-4EBE-8056-CBA890901CDE}" destId="{978A300D-131B-4C5C-B40C-BC9DD164DE78}" srcOrd="0" destOrd="0" presId="urn:microsoft.com/office/officeart/2008/layout/CircularPictureCallout"/>
    <dgm:cxn modelId="{93738DC4-0E7E-4068-B3FE-5AB7F358D830}" type="presParOf" srcId="{978A300D-131B-4C5C-B40C-BC9DD164DE78}" destId="{927319C9-819F-44C3-A192-49FF9DF92DDE}" srcOrd="0" destOrd="0" presId="urn:microsoft.com/office/officeart/2008/layout/CircularPictureCallout"/>
    <dgm:cxn modelId="{6D1AD4A6-037B-41EB-96C4-EB971CF7C8FC}" type="presParOf" srcId="{927319C9-819F-44C3-A192-49FF9DF92DDE}" destId="{C1EF77CF-0634-4114-986D-A1A0A63F76D3}" srcOrd="0" destOrd="0" presId="urn:microsoft.com/office/officeart/2008/layout/CircularPictureCallout"/>
    <dgm:cxn modelId="{D890C00C-AE55-4FDE-9DA0-3917A3CB43AC}" type="presParOf" srcId="{978A300D-131B-4C5C-B40C-BC9DD164DE78}" destId="{BA92B4CC-5099-4B1C-B3C5-6D089C34E2F8}" srcOrd="1" destOrd="0" presId="urn:microsoft.com/office/officeart/2008/layout/CircularPictureCallou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EF77CF-0634-4114-986D-A1A0A63F76D3}">
      <dsp:nvSpPr>
        <dsp:cNvPr id="0" name=""/>
        <dsp:cNvSpPr/>
      </dsp:nvSpPr>
      <dsp:spPr>
        <a:xfrm>
          <a:off x="1962372" y="0"/>
          <a:ext cx="2372914" cy="2372914"/>
        </a:xfrm>
        <a:prstGeom prst="horizontalScroll">
          <a:avLst/>
        </a:prstGeom>
        <a:blipFill>
          <a:blip xmlns:r="http://schemas.openxmlformats.org/officeDocument/2006/relationships" r:embed="rId1"/>
          <a:srcRect/>
          <a:stretch>
            <a:fillRect l="-25000" r="-2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92B4CC-5099-4B1C-B3C5-6D089C34E2F8}">
      <dsp:nvSpPr>
        <dsp:cNvPr id="0" name=""/>
        <dsp:cNvSpPr/>
      </dsp:nvSpPr>
      <dsp:spPr>
        <a:xfrm>
          <a:off x="753349" y="1030024"/>
          <a:ext cx="1518664" cy="78306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b-NO" sz="5600" kern="1200" dirty="0"/>
        </a:p>
      </dsp:txBody>
      <dsp:txXfrm>
        <a:off x="753349" y="1030024"/>
        <a:ext cx="1518664" cy="7830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CircularPictureCallout">
  <dgm:title val=""/>
  <dgm:desc val=""/>
  <dgm:catLst>
    <dgm:cat type="picture" pri="2000"/>
    <dgm:cat type="pictureconvert" pri="2000"/>
  </dgm:catLst>
  <dgm:sampData>
    <dgm:dataModel>
      <dgm:ptLst>
        <dgm:pt modelId="0" type="doc"/>
        <dgm:pt modelId="1"/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2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axis="ch" ptType="node" func="cnt" op="lte" val="1">
          <dgm:constrLst>
            <dgm:constr type="h" for="ch" forName="picture_1" refType="h"/>
            <dgm:constr type="w" for="ch" forName="picture_1" refType="h" refFor="ch" refForName="picture_1" op="equ"/>
            <dgm:constr type="l" for="ch" forName="picture_1"/>
            <dgm:constr type="t" for="ch" forName="picture_1"/>
            <dgm:constr type="w" for="ch" forName="text_1" refType="w" refFor="ch" refForName="picture_1" fact="0.64"/>
            <dgm:constr type="h" for="ch" forName="text_1" refType="h" refFor="ch" refForName="picture_1" fact="0.33"/>
            <dgm:constr type="l" for="ch" forName="text_1" refType="w" refFor="ch" refForName="picture_1" fact="0.18"/>
            <dgm:constr type="t" for="ch" forName="text_1" refType="h" refFor="ch" refForName="picture_1" fact="0.531"/>
          </dgm:constrLst>
        </dgm:if>
        <dgm:if name="Name4" axis="ch" ptType="node" func="cnt" op="lte" val="2">
          <dgm:choose name="Name5">
            <dgm:if name="Name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l" for="ch" forName="picture_2" refType="w" refFor="ch" refForName="picture_1" fact="1.21"/>
                <dgm:constr type="ctrY" for="ch" forName="picture_2" refType="h" refFor="ch" refForName="picture_1" fact="0.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if>
            <dgm:else name="Name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else>
          </dgm:choose>
        </dgm:if>
        <dgm:if name="Name8" axis="ch" ptType="node" func="cnt" op="lte" val="3">
          <dgm:choose name="Name9">
            <dgm:if name="Name10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l" for="ch" forName="picture_2" refType="w" refFor="ch" refForName="picture_1" fact="1.21"/>
                <dgm:constr type="ctrY" for="ch" forName="picture_2" refType="h" refFor="ch" refForName="picture_1" fact="0.18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l" for="ch" forName="picture_3" refType="w" refFor="ch" refForName="picture_1" fact="1.21"/>
                <dgm:constr type="ctrY" for="ch" forName="picture_3" refType="h" refFor="ch" refForName="picture_1" fact="0.812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if>
            <dgm:else name="Name11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18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812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else>
          </dgm:choose>
        </dgm:if>
        <dgm:if name="Name12" axis="ch" ptType="node" func="cnt" op="lte" val="4">
          <dgm:choose name="Name13">
            <dgm:if name="Name14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l" for="ch" forName="picture_2" refType="w" refFor="ch" refForName="picture_1" fact="1.354"/>
                <dgm:constr type="ctrY" for="ch" forName="picture_2" refType="h" refFor="ch" refForName="picture_1" fact="0.1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l" for="ch" forName="picture_3" refType="w" refFor="ch" refForName="picture_1" fact="1.21"/>
                <dgm:constr type="ctrY" for="ch" forName="picture_3" refType="h" refFor="ch" refForName="picture_1" fact="0.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l" for="ch" forName="picture_4" refType="w" refFor="ch" refForName="picture_1" fact="1.354"/>
                <dgm:constr type="ctrY" for="ch" forName="picture_4" refType="h" refFor="ch" refForName="picture_1" fact="0.8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if>
            <dgm:else name="Name15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r" for="ch" forName="picture_2" refType="w"/>
                <dgm:constr type="rOff" for="ch" forName="picture_2" refType="w" refFor="ch" refForName="picture_1" fact="-1.354"/>
                <dgm:constr type="ctrY" for="ch" forName="picture_2" refType="h" refFor="ch" refForName="picture_1" fact="0.1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r" for="ch" forName="picture_4" refType="w"/>
                <dgm:constr type="rOff" for="ch" forName="picture_4" refType="w" refFor="ch" refForName="picture_1" fact="-1.354"/>
                <dgm:constr type="ctrY" for="ch" forName="picture_4" refType="h" refFor="ch" refForName="picture_1" fact="0.8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else>
          </dgm:choose>
        </dgm:if>
        <dgm:if name="Name16" axis="ch" ptType="node" func="cnt" op="lte" val="5">
          <dgm:choose name="Name17">
            <dgm:if name="Name18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l" for="ch" forName="picture_2" refType="w" refFor="ch" refForName="picture_1" fact="1.375"/>
                <dgm:constr type="ctrY" for="ch" forName="picture_2" refType="h" refFor="ch" refForName="picture_1" fact="0.11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l" for="ch" forName="picture_3" refType="w" refFor="ch" refForName="picture_1" fact="1.21"/>
                <dgm:constr type="ctrY" for="ch" forName="picture_3" refType="h" refFor="ch" refForName="picture_1" fact="0.353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l" for="ch" forName="picture_4" refType="w" refFor="ch" refForName="picture_1" fact="1.21"/>
                <dgm:constr type="ctrY" for="ch" forName="picture_4" refType="h" refFor="ch" refForName="picture_1" fact="0.647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l" for="ch" forName="picture_5" refType="w" refFor="ch" refForName="picture_1" fact="1.375"/>
                <dgm:constr type="ctrY" for="ch" forName="picture_5" refType="h" refFor="ch" refForName="picture_1" fact="0.8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if>
            <dgm:else name="Name19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r" for="ch" forName="picture_2" refType="w"/>
                <dgm:constr type="rOff" for="ch" forName="picture_2" refType="w" refFor="ch" refForName="picture_1" fact="-1.375"/>
                <dgm:constr type="ctrY" for="ch" forName="picture_2" refType="h" refFor="ch" refForName="picture_1" fact="0.11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353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647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r" for="ch" forName="picture_5" refType="w"/>
                <dgm:constr type="rOff" for="ch" forName="picture_5" refType="w" refFor="ch" refForName="picture_1" fact="-1.375"/>
                <dgm:constr type="ctrY" for="ch" forName="picture_5" refType="h" refFor="ch" refForName="picture_1" fact="0.8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else>
          </dgm:choose>
        </dgm:if>
        <dgm:if name="Name20" axis="ch" ptType="node" func="cnt" op="lte" val="6">
          <dgm:choose name="Name21">
            <dgm:if name="Name22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l" for="ch" forName="picture_2" refType="w" refFor="ch" refForName="picture_1" fact="1.4238"/>
                <dgm:constr type="ctrY" for="ch" forName="picture_2" refType="h" refFor="ch" refForName="picture_1" fact="0.09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l" for="ch" forName="picture_3" refType="w" refFor="ch" refForName="picture_1" fact="1.2667"/>
                <dgm:constr type="ctrY" for="ch" forName="picture_3" refType="h" refFor="ch" refForName="picture_1" fact="0.261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l" for="ch" forName="picture_4" refType="w" refFor="ch" refForName="picture_1" fact="1.21"/>
                <dgm:constr type="ctrY" for="ch" forName="picture_4" refType="h" refFor="ch" refForName="picture_1" fact="0.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l" for="ch" forName="picture_5" refType="w" refFor="ch" refForName="picture_1" fact="1.2667"/>
                <dgm:constr type="ctrY" for="ch" forName="picture_5" refType="h" refFor="ch" refForName="picture_1" fact="0.73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l" for="ch" forName="picture_6" refType="w" refFor="ch" refForName="picture_1" fact="1.4238"/>
                <dgm:constr type="ctrY" for="ch" forName="picture_6" refType="h" refFor="ch" refForName="picture_1" fact="0.91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if>
            <dgm:else name="Name23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r" for="ch" forName="picture_2" refType="w"/>
                <dgm:constr type="rOff" for="ch" forName="picture_2" refType="w" refFor="ch" refForName="picture_1" fact="-1.4238"/>
                <dgm:constr type="ctrY" for="ch" forName="picture_2" refType="h" refFor="ch" refForName="picture_1" fact="0.09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r" for="ch" forName="picture_3" refType="w"/>
                <dgm:constr type="rOff" for="ch" forName="picture_3" refType="w" refFor="ch" refForName="picture_1" fact="-1.2667"/>
                <dgm:constr type="ctrY" for="ch" forName="picture_3" refType="h" refFor="ch" refForName="picture_1" fact="0.261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r" for="ch" forName="picture_5" refType="w"/>
                <dgm:constr type="rOff" for="ch" forName="picture_5" refType="w" refFor="ch" refForName="picture_1" fact="-1.2667"/>
                <dgm:constr type="ctrY" for="ch" forName="picture_5" refType="h" refFor="ch" refForName="picture_1" fact="0.73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r" for="ch" forName="picture_6" refType="w"/>
                <dgm:constr type="rOff" for="ch" forName="picture_6" refType="w" refFor="ch" refForName="picture_1" fact="-1.4238"/>
                <dgm:constr type="ctrY" for="ch" forName="picture_6" refType="h" refFor="ch" refForName="picture_1" fact="0.91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else>
          </dgm:choose>
        </dgm:if>
        <dgm:else name="Name24">
          <dgm:choose name="Name25">
            <dgm:if name="Name2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l" for="ch" forName="picture_2" refType="w" refFor="ch" refForName="picture_1" fact="1.4363"/>
                <dgm:constr type="ctrY" for="ch" forName="picture_2" refType="h" refFor="ch" refForName="picture_1" fact="0.0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l" for="ch" forName="picture_3" refType="w" refFor="ch" refForName="picture_1" fact="1.2898"/>
                <dgm:constr type="ctrY" for="ch" forName="picture_3" refType="h" refFor="ch" refForName="picture_1" fact="0.227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l" for="ch" forName="picture_4" refType="w" refFor="ch" refForName="picture_1" fact="1.21"/>
                <dgm:constr type="ctrY" for="ch" forName="picture_4" refType="h" refFor="ch" refForName="picture_1" fact="0.40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l" for="ch" forName="picture_5" refType="w" refFor="ch" refForName="picture_1" fact="1.21"/>
                <dgm:constr type="ctrY" for="ch" forName="picture_5" refType="h" refFor="ch" refForName="picture_1" fact="0.595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l" for="ch" forName="picture_6" refType="w" refFor="ch" refForName="picture_1" fact="1.2898"/>
                <dgm:constr type="ctrY" for="ch" forName="picture_6" refType="h" refFor="ch" refForName="picture_1" fact="0.773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l" for="ch" forName="picture_7" refType="w" refFor="ch" refForName="picture_1" fact="1.4363"/>
                <dgm:constr type="ctrY" for="ch" forName="picture_7" refType="h" refFor="ch" refForName="picture_1" fact="0.925"/>
                <dgm:constr type="l" for="ch" forName="line_7" refType="ctrX" refFor="ch" refForName="picture_1"/>
                <dgm:constr type="h" for="ch" forName="line_7"/>
                <dgm:constr type="r" for="ch" forName="line_7" refType="ctrX" refFor="ch" refForName="picture_7"/>
                <dgm:constr type="ctrY" for="ch" forName="line_7" refType="ctrY" refFor="ch" refForName="picture_7"/>
                <dgm:constr type="r" for="ch" forName="textparent_7" refType="w"/>
                <dgm:constr type="h" for="ch" forName="textparent_7" refType="h" refFor="ch" refForName="picture_7"/>
                <dgm:constr type="l" for="ch" forName="textparent_7" refType="r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if>
            <dgm:else name="Name2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r" for="ch" forName="picture_2" refType="w"/>
                <dgm:constr type="rOff" for="ch" forName="picture_2" refType="w" refFor="ch" refForName="picture_1" fact="-1.4363"/>
                <dgm:constr type="ctrY" for="ch" forName="picture_2" refType="h" refFor="ch" refForName="picture_1" fact="0.0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r" for="ch" forName="picture_3" refType="w"/>
                <dgm:constr type="rOff" for="ch" forName="picture_3" refType="w" refFor="ch" refForName="picture_1" fact="-1.2898"/>
                <dgm:constr type="ctrY" for="ch" forName="picture_3" refType="h" refFor="ch" refForName="picture_1" fact="0.227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40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r" for="ch" forName="picture_5" refType="w"/>
                <dgm:constr type="rOff" for="ch" forName="picture_5" refType="w" refFor="ch" refForName="picture_1" fact="-1.21"/>
                <dgm:constr type="ctrY" for="ch" forName="picture_5" refType="h" refFor="ch" refForName="picture_1" fact="0.595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r" for="ch" forName="picture_6" refType="w"/>
                <dgm:constr type="rOff" for="ch" forName="picture_6" refType="w" refFor="ch" refForName="picture_1" fact="-1.2898"/>
                <dgm:constr type="ctrY" for="ch" forName="picture_6" refType="h" refFor="ch" refForName="picture_1" fact="0.773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r" for="ch" forName="picture_7" refType="w"/>
                <dgm:constr type="rOff" for="ch" forName="picture_7" refType="w" refFor="ch" refForName="picture_1" fact="-1.4363"/>
                <dgm:constr type="ctrY" for="ch" forName="picture_7" refType="h" refFor="ch" refForName="picture_1" fact="0.925"/>
                <dgm:constr type="r" for="ch" forName="line_7" refType="ctrX" refFor="ch" refForName="picture_1"/>
                <dgm:constr type="h" for="ch" forName="line_7"/>
                <dgm:constr type="l" for="ch" forName="line_7" refType="ctrX" refFor="ch" refForName="picture_7"/>
                <dgm:constr type="ctrY" for="ch" forName="line_7" refType="ctrY" refFor="ch" refForName="picture_7"/>
                <dgm:constr type="l" for="ch" forName="textparent_7"/>
                <dgm:constr type="h" for="ch" forName="textparent_7" refType="h" refFor="ch" refForName="picture_7"/>
                <dgm:constr type="r" for="ch" forName="textparent_7" refType="l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else>
          </dgm:choose>
        </dgm:else>
      </dgm:choose>
      <dgm:forEach name="wrapper" axis="self" ptType="parTrans">
        <dgm:forEach name="wrapper2" axis="self" ptType="sibTrans" st="2">
          <dgm:forEach name="pictureRepeat" axis="self">
            <dgm:layoutNode name="pictureRepeatNode" styleLbl="alignImgPlace1">
              <dgm:alg type="sp"/>
              <dgm:shape xmlns:r="http://schemas.openxmlformats.org/officeDocument/2006/relationships" type="ellipse" r:blip="" blipPhldr="1">
                <dgm:adjLst/>
              </dgm:shape>
              <dgm:presOf axis="self"/>
            </dgm:layoutNode>
          </dgm:forEach>
        </dgm:forEach>
      </dgm:forEach>
      <dgm:forEach name="Name28" axis="ch" ptType="sibTrans" hideLastTrans="0" cnt="1">
        <dgm:layoutNode name="picture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9" ref="pictureRepeat"/>
        </dgm:layoutNode>
      </dgm:forEach>
      <dgm:forEach name="Name30" axis="ch" ptType="node" cnt="1">
        <dgm:layoutNode name="text_1" styleLbl="node1">
          <dgm:varLst>
            <dgm:bulletEnabled val="1"/>
          </dgm:varLst>
          <dgm:alg type="tx">
            <dgm:param type="txAnchorVert" val="b"/>
            <dgm:param type="txAnchorVertCh" val="b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65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</dgm:forEach>
      <dgm:forEach name="Name31" axis="ch" ptType="sibTrans" hideLastTrans="0" st="2" cnt="1">
        <dgm:layoutNode name="picture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2" ref="pictureRepeat"/>
        </dgm:layoutNode>
      </dgm:forEach>
      <dgm:forEach name="Name33" axis="ch" ptType="node" st="2" cnt="1">
        <dgm:layoutNode name="line_2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2">
          <dgm:choose name="Name34">
            <dgm:if name="Name35" func="var" arg="dir" op="equ" val="norm">
              <dgm:alg type="lin">
                <dgm:param type="horzAlign" val="l"/>
              </dgm:alg>
            </dgm:if>
            <dgm:else name="Name36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2" refType="w"/>
            <dgm:constr type="h" for="ch" forName="text_2" refType="h"/>
          </dgm:constrLst>
          <dgm:presOf/>
          <dgm:layoutNode name="text_2" styleLbl="revTx">
            <dgm:varLst>
              <dgm:bulletEnabled val="1"/>
            </dgm:varLst>
            <dgm:choose name="Name37">
              <dgm:if name="Name38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39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0" axis="ch" ptType="sibTrans" hideLastTrans="0" st="3" cnt="1">
        <dgm:layoutNode name="picture_3">
          <dgm:alg type="sp"/>
          <dgm:shape xmlns:r="http://schemas.openxmlformats.org/officeDocument/2006/relationships" r:blip="">
            <dgm:adjLst/>
          </dgm:shape>
          <dgm:presOf/>
          <dgm:constrLst/>
          <dgm:forEach name="Name41" ref="pictureRepeat"/>
        </dgm:layoutNode>
      </dgm:forEach>
      <dgm:forEach name="Name42" axis="ch" ptType="node" st="3" cnt="1">
        <dgm:layoutNode name="line_3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3">
          <dgm:choose name="Name43">
            <dgm:if name="Name44" func="var" arg="dir" op="equ" val="norm">
              <dgm:alg type="lin">
                <dgm:param type="horzAlign" val="l"/>
              </dgm:alg>
            </dgm:if>
            <dgm:else name="Name45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3" refType="w"/>
            <dgm:constr type="h" for="ch" forName="text_3" refType="h"/>
          </dgm:constrLst>
          <dgm:presOf/>
          <dgm:layoutNode name="text_3" styleLbl="revTx">
            <dgm:varLst>
              <dgm:bulletEnabled val="1"/>
            </dgm:varLst>
            <dgm:choose name="Name46">
              <dgm:if name="Name47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48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9" axis="ch" ptType="sibTrans" hideLastTrans="0" st="4" cnt="1">
        <dgm:layoutNode name="picture_4">
          <dgm:alg type="sp"/>
          <dgm:shape xmlns:r="http://schemas.openxmlformats.org/officeDocument/2006/relationships" r:blip="">
            <dgm:adjLst/>
          </dgm:shape>
          <dgm:presOf/>
          <dgm:constrLst/>
          <dgm:forEach name="Name50" ref="pictureRepeat"/>
        </dgm:layoutNode>
      </dgm:forEach>
      <dgm:forEach name="Name51" axis="ch" ptType="node" st="4" cnt="1">
        <dgm:layoutNode name="line_4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4">
          <dgm:choose name="Name52">
            <dgm:if name="Name53" func="var" arg="dir" op="equ" val="norm">
              <dgm:alg type="lin">
                <dgm:param type="horzAlign" val="l"/>
              </dgm:alg>
            </dgm:if>
            <dgm:else name="Name54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4" refType="w"/>
            <dgm:constr type="h" for="ch" forName="text_4" refType="h"/>
          </dgm:constrLst>
          <dgm:presOf/>
          <dgm:layoutNode name="text_4" styleLbl="revTx">
            <dgm:varLst>
              <dgm:bulletEnabled val="1"/>
            </dgm:varLst>
            <dgm:choose name="Name55">
              <dgm:if name="Name56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57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58" axis="ch" ptType="sibTrans" hideLastTrans="0" st="5" cnt="1">
        <dgm:layoutNode name="picture_5">
          <dgm:alg type="sp"/>
          <dgm:shape xmlns:r="http://schemas.openxmlformats.org/officeDocument/2006/relationships" r:blip="">
            <dgm:adjLst/>
          </dgm:shape>
          <dgm:presOf/>
          <dgm:constrLst/>
          <dgm:forEach name="Name59" ref="pictureRepeat"/>
        </dgm:layoutNode>
      </dgm:forEach>
      <dgm:forEach name="Name60" axis="ch" ptType="node" st="5" cnt="1">
        <dgm:layoutNode name="line_5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5">
          <dgm:choose name="Name61">
            <dgm:if name="Name62" func="var" arg="dir" op="equ" val="norm">
              <dgm:alg type="lin">
                <dgm:param type="horzAlign" val="l"/>
              </dgm:alg>
            </dgm:if>
            <dgm:else name="Name63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5" refType="w"/>
            <dgm:constr type="h" for="ch" forName="text_5" refType="h"/>
          </dgm:constrLst>
          <dgm:presOf/>
          <dgm:layoutNode name="text_5" styleLbl="revTx">
            <dgm:varLst>
              <dgm:bulletEnabled val="1"/>
            </dgm:varLst>
            <dgm:choose name="Name64">
              <dgm:if name="Name65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66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67" axis="ch" ptType="sibTrans" hideLastTrans="0" st="6" cnt="1">
        <dgm:layoutNode name="picture_6">
          <dgm:alg type="sp"/>
          <dgm:shape xmlns:r="http://schemas.openxmlformats.org/officeDocument/2006/relationships" r:blip="">
            <dgm:adjLst/>
          </dgm:shape>
          <dgm:presOf/>
          <dgm:constrLst/>
          <dgm:forEach name="Name68" ref="pictureRepeat"/>
        </dgm:layoutNode>
      </dgm:forEach>
      <dgm:forEach name="Name69" axis="ch" ptType="node" st="6" cnt="1">
        <dgm:layoutNode name="line_6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6">
          <dgm:choose name="Name70">
            <dgm:if name="Name71" func="var" arg="dir" op="equ" val="norm">
              <dgm:alg type="lin">
                <dgm:param type="horzAlign" val="l"/>
              </dgm:alg>
            </dgm:if>
            <dgm:else name="Name72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6" refType="w"/>
            <dgm:constr type="h" for="ch" forName="text_6" refType="h"/>
          </dgm:constrLst>
          <dgm:presOf/>
          <dgm:layoutNode name="text_6" styleLbl="revTx">
            <dgm:varLst>
              <dgm:bulletEnabled val="1"/>
            </dgm:varLst>
            <dgm:choose name="Name73">
              <dgm:if name="Name74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75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76" axis="ch" ptType="sibTrans" hideLastTrans="0" st="7" cnt="1">
        <dgm:layoutNode name="picture_7">
          <dgm:alg type="sp"/>
          <dgm:shape xmlns:r="http://schemas.openxmlformats.org/officeDocument/2006/relationships" r:blip="">
            <dgm:adjLst/>
          </dgm:shape>
          <dgm:presOf/>
          <dgm:constrLst/>
          <dgm:forEach name="Name77" ref="pictureRepeat"/>
        </dgm:layoutNode>
      </dgm:forEach>
      <dgm:forEach name="Name78" axis="ch" ptType="node" st="7" cnt="1">
        <dgm:layoutNode name="line_7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7">
          <dgm:choose name="Name79">
            <dgm:if name="Name80" func="var" arg="dir" op="equ" val="norm">
              <dgm:alg type="lin">
                <dgm:param type="horzAlign" val="l"/>
              </dgm:alg>
            </dgm:if>
            <dgm:else name="Name81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7" refType="w"/>
            <dgm:constr type="h" for="ch" forName="text_7" refType="h"/>
          </dgm:constrLst>
          <dgm:presOf/>
          <dgm:layoutNode name="text_7" styleLbl="revTx">
            <dgm:varLst>
              <dgm:bulletEnabled val="1"/>
            </dgm:varLst>
            <dgm:choose name="Name82">
              <dgm:if name="Name83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84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AFA70A24-EC52-435D-85F5-DF850DDD7C14}" type="datetime1">
              <a:rPr lang="nb-NO" smtClean="0"/>
              <a:t>18.03.2026</a:t>
            </a:fld>
            <a:endParaRPr lang="nb-NO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nb-NO"/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D9F912AB-2776-42F2-A957-313FC7EFEDB9}" type="slidenum">
              <a:rPr lang="nb-NO"/>
              <a:pPr algn="r" rtl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3206574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nb-NO" noProof="0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2F4C5B4A-9A8A-471A-BB59-DB608CF8DD64}" type="datetime1">
              <a:rPr lang="nb-NO" smtClean="0"/>
              <a:pPr/>
              <a:t>18.03.2026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nb-NO" noProof="0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nb-NO" noProof="0"/>
              <a:t>Klikk for å redigere tekststiler i malen</a:t>
            </a:r>
          </a:p>
          <a:p>
            <a:pPr lvl="1" rtl="0"/>
            <a:r>
              <a:rPr lang="nb-NO" noProof="0"/>
              <a:t>Andre nivå</a:t>
            </a:r>
          </a:p>
          <a:p>
            <a:pPr lvl="2" rtl="0"/>
            <a:r>
              <a:rPr lang="nb-NO" noProof="0"/>
              <a:t>Tredje nivå</a:t>
            </a:r>
          </a:p>
          <a:p>
            <a:pPr lvl="3" rtl="0"/>
            <a:r>
              <a:rPr lang="nb-NO" noProof="0"/>
              <a:t>Fjerde nivå</a:t>
            </a:r>
          </a:p>
          <a:p>
            <a:pPr lvl="4" rtl="0"/>
            <a:r>
              <a:rPr lang="nb-NO" noProof="0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nb-NO" noProof="0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F93199CD-3E1B-4AE6-990F-76F925F5EA9F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1065214" y="1828800"/>
            <a:ext cx="8229600" cy="2895600"/>
          </a:xfrm>
        </p:spPr>
        <p:txBody>
          <a:bodyPr rtlCol="0" anchor="b">
            <a:normAutofit/>
          </a:bodyPr>
          <a:lstStyle>
            <a:lvl1pPr algn="l" rtl="0">
              <a:lnSpc>
                <a:spcPct val="80000"/>
              </a:lnSpc>
              <a:defRPr sz="6600">
                <a:solidFill>
                  <a:schemeClr val="tx1"/>
                </a:solidFill>
              </a:defRPr>
            </a:lvl1pPr>
          </a:lstStyle>
          <a:p>
            <a:pPr rtl="0"/>
            <a:r>
              <a:rPr lang="nb-NO" noProof="0"/>
              <a:t>Klikk for å redigere tittelstil</a:t>
            </a:r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>
          <a:xfrm>
            <a:off x="1065213" y="4800600"/>
            <a:ext cx="8229600" cy="12192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nb-NO" noProof="0"/>
              <a:t>Klikk for å redigere undertittelstil i malen</a:t>
            </a:r>
          </a:p>
        </p:txBody>
      </p:sp>
    </p:spTree>
    <p:extLst>
      <p:ext uri="{BB962C8B-B14F-4D97-AF65-F5344CB8AC3E}">
        <p14:creationId xmlns:p14="http://schemas.microsoft.com/office/powerpoint/2010/main" val="9499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nb-NO" noProof="0"/>
              <a:t>Klikk for å redigere tittelstil</a:t>
            </a:r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</a:lstStyle>
          <a:p>
            <a:pPr lvl="0" rtl="0"/>
            <a:r>
              <a:rPr lang="nb-NO" noProof="0"/>
              <a:t>Klikk for å redigere tekststiler i malen</a:t>
            </a:r>
          </a:p>
          <a:p>
            <a:pPr lvl="1" rtl="0"/>
            <a:r>
              <a:rPr lang="nb-NO" noProof="0"/>
              <a:t>Andre nivå</a:t>
            </a:r>
          </a:p>
          <a:p>
            <a:pPr lvl="2" rtl="0"/>
            <a:r>
              <a:rPr lang="nb-NO" noProof="0"/>
              <a:t>Tredje nivå</a:t>
            </a:r>
          </a:p>
          <a:p>
            <a:pPr lvl="3" rtl="0"/>
            <a:r>
              <a:rPr lang="nb-NO" noProof="0"/>
              <a:t>Fjerde nivå</a:t>
            </a:r>
          </a:p>
          <a:p>
            <a:pPr lvl="4" rtl="0"/>
            <a:r>
              <a:rPr lang="nb-NO" noProof="0"/>
              <a:t>Femte nivå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r>
              <a:rPr lang="nb-NO"/>
              <a:t>​</a:t>
            </a:r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nb-NO" noProof="0"/>
              <a:t>BTS4220-1 26V Blokkjedeteknologi og kryptovaluta</a:t>
            </a:r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nb-NO" noProof="0"/>
              <a:t>‹#›</a:t>
            </a:fld>
            <a:endParaRPr lang="nb-NO" noProof="0"/>
          </a:p>
        </p:txBody>
      </p:sp>
    </p:spTree>
    <p:extLst>
      <p:ext uri="{BB962C8B-B14F-4D97-AF65-F5344CB8AC3E}">
        <p14:creationId xmlns:p14="http://schemas.microsoft.com/office/powerpoint/2010/main" val="273825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ndelingsoverskrif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1059614" y="2514600"/>
            <a:ext cx="8692399" cy="2819400"/>
          </a:xfrm>
        </p:spPr>
        <p:txBody>
          <a:bodyPr rtlCol="0" anchor="b">
            <a:normAutofit/>
          </a:bodyPr>
          <a:lstStyle>
            <a:lvl1pPr algn="l" rtl="0">
              <a:lnSpc>
                <a:spcPct val="80000"/>
              </a:lnSpc>
              <a:defRPr sz="4800" b="0" cap="none" baseline="0"/>
            </a:lvl1pPr>
          </a:lstStyle>
          <a:p>
            <a:pPr rtl="0"/>
            <a:r>
              <a:rPr lang="nb-NO" noProof="0"/>
              <a:t>Klikk for å redigere tittelstil</a:t>
            </a:r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1065213" y="5410200"/>
            <a:ext cx="8687333" cy="609601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nb-NO" noProof="0"/>
              <a:t>Klikk for å redigere tekststiler i malen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r>
              <a:rPr lang="nb-NO"/>
              <a:t>​</a:t>
            </a:r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nb-NO" noProof="0"/>
              <a:t>BTS4220-1 26V Blokkjedeteknologi og kryptovaluta</a:t>
            </a:r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nb-NO" noProof="0"/>
              <a:t>‹#›</a:t>
            </a:fld>
            <a:endParaRPr lang="nb-NO" noProof="0"/>
          </a:p>
        </p:txBody>
      </p:sp>
    </p:spTree>
    <p:extLst>
      <p:ext uri="{BB962C8B-B14F-4D97-AF65-F5344CB8AC3E}">
        <p14:creationId xmlns:p14="http://schemas.microsoft.com/office/powerpoint/2010/main" val="176181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bbelt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nb-NO" noProof="0"/>
              <a:t>Klikk for å redigere tittelstil</a:t>
            </a:r>
          </a:p>
        </p:txBody>
      </p:sp>
      <p:sp>
        <p:nvSpPr>
          <p:cNvPr id="3" name="Plassholder for innhold 2"/>
          <p:cNvSpPr>
            <a:spLocks noGrp="1"/>
          </p:cNvSpPr>
          <p:nvPr>
            <p:ph sz="half" idx="1"/>
          </p:nvPr>
        </p:nvSpPr>
        <p:spPr>
          <a:xfrm>
            <a:off x="1504781" y="1905001"/>
            <a:ext cx="4419599" cy="41148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algn="l" rtl="0">
              <a:defRPr sz="1600"/>
            </a:lvl6pPr>
            <a:lvl7pPr algn="l" rtl="0">
              <a:defRPr sz="1600"/>
            </a:lvl7pPr>
            <a:lvl8pPr algn="l" rtl="0">
              <a:defRPr sz="1600"/>
            </a:lvl8pPr>
            <a:lvl9pPr algn="l" rtl="0">
              <a:defRPr sz="1600"/>
            </a:lvl9pPr>
          </a:lstStyle>
          <a:p>
            <a:pPr lvl="0" rtl="0"/>
            <a:r>
              <a:rPr lang="nb-NO" noProof="0"/>
              <a:t>Klikk for å redigere tekststiler i malen</a:t>
            </a:r>
          </a:p>
          <a:p>
            <a:pPr lvl="1" rtl="0"/>
            <a:r>
              <a:rPr lang="nb-NO" noProof="0"/>
              <a:t>Andre nivå</a:t>
            </a:r>
          </a:p>
          <a:p>
            <a:pPr lvl="2" rtl="0"/>
            <a:r>
              <a:rPr lang="nb-NO" noProof="0"/>
              <a:t>Tredje nivå</a:t>
            </a:r>
          </a:p>
          <a:p>
            <a:pPr lvl="3" rtl="0"/>
            <a:r>
              <a:rPr lang="nb-NO" noProof="0"/>
              <a:t>Fjerde nivå</a:t>
            </a:r>
          </a:p>
          <a:p>
            <a:pPr lvl="4" rtl="0"/>
            <a:r>
              <a:rPr lang="nb-NO" noProof="0"/>
              <a:t>Femte nivå</a:t>
            </a:r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6229183" y="1905001"/>
            <a:ext cx="4419600" cy="41148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algn="l" rtl="0">
              <a:defRPr sz="1600"/>
            </a:lvl6pPr>
            <a:lvl7pPr algn="l" rtl="0">
              <a:defRPr sz="1600"/>
            </a:lvl7pPr>
            <a:lvl8pPr algn="l" rtl="0">
              <a:defRPr sz="1600"/>
            </a:lvl8pPr>
            <a:lvl9pPr algn="l" rtl="0">
              <a:defRPr sz="1600"/>
            </a:lvl9pPr>
          </a:lstStyle>
          <a:p>
            <a:pPr lvl="0" rtl="0"/>
            <a:r>
              <a:rPr lang="nb-NO" noProof="0"/>
              <a:t>Klikk for å redigere tekststiler i malen</a:t>
            </a:r>
          </a:p>
          <a:p>
            <a:pPr lvl="1" rtl="0"/>
            <a:r>
              <a:rPr lang="nb-NO" noProof="0"/>
              <a:t>Andre nivå</a:t>
            </a:r>
          </a:p>
          <a:p>
            <a:pPr lvl="2" rtl="0"/>
            <a:r>
              <a:rPr lang="nb-NO" noProof="0"/>
              <a:t>Tredje nivå</a:t>
            </a:r>
          </a:p>
          <a:p>
            <a:pPr lvl="3" rtl="0"/>
            <a:r>
              <a:rPr lang="nb-NO" noProof="0"/>
              <a:t>Fjerde nivå</a:t>
            </a:r>
          </a:p>
          <a:p>
            <a:pPr lvl="4" rtl="0"/>
            <a:r>
              <a:rPr lang="nb-NO" noProof="0"/>
              <a:t>Femte nivå</a:t>
            </a:r>
          </a:p>
        </p:txBody>
      </p:sp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nb-NO"/>
              <a:t>​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nb-NO" noProof="0"/>
              <a:t>BTS4220-1 26V Blokkjedeteknologi og kryptovaluta</a:t>
            </a:r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nb-NO" noProof="0" smtClean="0"/>
              <a:t>‹#›</a:t>
            </a:fld>
            <a:endParaRPr lang="nb-NO" noProof="0"/>
          </a:p>
        </p:txBody>
      </p:sp>
    </p:spTree>
    <p:extLst>
      <p:ext uri="{BB962C8B-B14F-4D97-AF65-F5344CB8AC3E}">
        <p14:creationId xmlns:p14="http://schemas.microsoft.com/office/powerpoint/2010/main" val="282534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nb-NO" noProof="0"/>
              <a:t>Klikk for å redigere tittelstil</a:t>
            </a:r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1522411" y="1905000"/>
            <a:ext cx="4416552" cy="762000"/>
          </a:xfrm>
        </p:spPr>
        <p:txBody>
          <a:bodyPr rtlCol="0" anchor="ctr">
            <a:noAutofit/>
          </a:bodyPr>
          <a:lstStyle>
            <a:lvl1pPr marL="0" indent="0" algn="l" rtl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nb-NO" noProof="0"/>
              <a:t>Klikk for å redigere tekststiler i malen</a:t>
            </a:r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1522411" y="2743201"/>
            <a:ext cx="4416552" cy="32766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algn="l" rtl="0">
              <a:defRPr sz="1600"/>
            </a:lvl6pPr>
            <a:lvl7pPr algn="l" rtl="0">
              <a:defRPr sz="1600"/>
            </a:lvl7pPr>
            <a:lvl8pPr algn="l" rtl="0">
              <a:defRPr sz="1600"/>
            </a:lvl8pPr>
            <a:lvl9pPr algn="l" rtl="0">
              <a:defRPr sz="1600"/>
            </a:lvl9pPr>
          </a:lstStyle>
          <a:p>
            <a:pPr lvl="0" rtl="0"/>
            <a:r>
              <a:rPr lang="nb-NO" noProof="0"/>
              <a:t>Klikk for å redigere tekststiler i malen</a:t>
            </a:r>
          </a:p>
          <a:p>
            <a:pPr lvl="1" rtl="0"/>
            <a:r>
              <a:rPr lang="nb-NO" noProof="0"/>
              <a:t>Andre nivå</a:t>
            </a:r>
          </a:p>
          <a:p>
            <a:pPr lvl="2" rtl="0"/>
            <a:r>
              <a:rPr lang="nb-NO" noProof="0"/>
              <a:t>Tredje nivå</a:t>
            </a:r>
          </a:p>
          <a:p>
            <a:pPr lvl="3" rtl="0"/>
            <a:r>
              <a:rPr lang="nb-NO" noProof="0"/>
              <a:t>Fjerde nivå</a:t>
            </a:r>
          </a:p>
          <a:p>
            <a:pPr lvl="4" rtl="0"/>
            <a:r>
              <a:rPr lang="nb-NO" noProof="0"/>
              <a:t>Femte nivå</a:t>
            </a:r>
          </a:p>
        </p:txBody>
      </p:sp>
      <p:sp>
        <p:nvSpPr>
          <p:cNvPr id="5" name="Plassholder for tekst 4"/>
          <p:cNvSpPr>
            <a:spLocks noGrp="1"/>
          </p:cNvSpPr>
          <p:nvPr>
            <p:ph type="body" sz="quarter" idx="3"/>
          </p:nvPr>
        </p:nvSpPr>
        <p:spPr>
          <a:xfrm>
            <a:off x="6249861" y="1905000"/>
            <a:ext cx="4416552" cy="762000"/>
          </a:xfrm>
        </p:spPr>
        <p:txBody>
          <a:bodyPr rtlCol="0" anchor="ctr">
            <a:noAutofit/>
          </a:bodyPr>
          <a:lstStyle>
            <a:lvl1pPr marL="0" indent="0" algn="l" rtl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nb-NO" noProof="0"/>
              <a:t>Klikk for å redigere tekststiler i malen</a:t>
            </a:r>
          </a:p>
        </p:txBody>
      </p:sp>
      <p:sp>
        <p:nvSpPr>
          <p:cNvPr id="6" name="Plassholder for innhold 5"/>
          <p:cNvSpPr>
            <a:spLocks noGrp="1"/>
          </p:cNvSpPr>
          <p:nvPr>
            <p:ph sz="quarter" idx="4"/>
          </p:nvPr>
        </p:nvSpPr>
        <p:spPr>
          <a:xfrm>
            <a:off x="6249861" y="2743201"/>
            <a:ext cx="4416552" cy="32766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algn="l" rtl="0">
              <a:defRPr sz="1600"/>
            </a:lvl6pPr>
            <a:lvl7pPr algn="l" rtl="0">
              <a:defRPr sz="1600"/>
            </a:lvl7pPr>
            <a:lvl8pPr algn="l" rtl="0">
              <a:defRPr sz="1600"/>
            </a:lvl8pPr>
            <a:lvl9pPr algn="l" rtl="0">
              <a:defRPr sz="1600"/>
            </a:lvl9pPr>
          </a:lstStyle>
          <a:p>
            <a:pPr lvl="0" rtl="0"/>
            <a:r>
              <a:rPr lang="nb-NO" noProof="0"/>
              <a:t>Klikk for å redigere tekststiler i malen</a:t>
            </a:r>
          </a:p>
          <a:p>
            <a:pPr lvl="1" rtl="0"/>
            <a:r>
              <a:rPr lang="nb-NO" noProof="0"/>
              <a:t>Andre nivå</a:t>
            </a:r>
          </a:p>
          <a:p>
            <a:pPr lvl="2" rtl="0"/>
            <a:r>
              <a:rPr lang="nb-NO" noProof="0"/>
              <a:t>Tredje nivå</a:t>
            </a:r>
          </a:p>
          <a:p>
            <a:pPr lvl="3" rtl="0"/>
            <a:r>
              <a:rPr lang="nb-NO" noProof="0"/>
              <a:t>Fjerde nivå</a:t>
            </a:r>
          </a:p>
          <a:p>
            <a:pPr lvl="4" rtl="0"/>
            <a:r>
              <a:rPr lang="nb-NO" noProof="0"/>
              <a:t>Femte nivå</a:t>
            </a:r>
          </a:p>
        </p:txBody>
      </p:sp>
      <p:sp>
        <p:nvSpPr>
          <p:cNvPr id="7" name="Plassholder for dato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nb-NO"/>
              <a:t>​</a:t>
            </a:r>
          </a:p>
        </p:txBody>
      </p:sp>
      <p:sp>
        <p:nvSpPr>
          <p:cNvPr id="8" name="Plassholder for bunntekst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nb-NO" noProof="0"/>
              <a:t>BTS4220-1 26V Blokkjedeteknologi og kryptovaluta</a:t>
            </a:r>
          </a:p>
        </p:txBody>
      </p:sp>
      <p:sp>
        <p:nvSpPr>
          <p:cNvPr id="9" name="Plassholder for lysbildenumm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nb-NO" noProof="0" smtClean="0"/>
              <a:t>‹#›</a:t>
            </a:fld>
            <a:endParaRPr lang="nb-NO" noProof="0"/>
          </a:p>
        </p:txBody>
      </p:sp>
    </p:spTree>
    <p:extLst>
      <p:ext uri="{BB962C8B-B14F-4D97-AF65-F5344CB8AC3E}">
        <p14:creationId xmlns:p14="http://schemas.microsoft.com/office/powerpoint/2010/main" val="420841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nb-NO" noProof="0"/>
              <a:t>Klikk for å redigere tittelstil</a:t>
            </a:r>
          </a:p>
        </p:txBody>
      </p:sp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r>
              <a:rPr lang="nb-NO"/>
              <a:t>​</a:t>
            </a:r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nb-NO" noProof="0"/>
              <a:t>BTS4220-1 26V Blokkjedeteknologi og kryptovaluta</a:t>
            </a:r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nb-NO" noProof="0"/>
              <a:t>‹#›</a:t>
            </a:fld>
            <a:endParaRPr lang="nb-NO" noProof="0"/>
          </a:p>
        </p:txBody>
      </p:sp>
    </p:spTree>
    <p:extLst>
      <p:ext uri="{BB962C8B-B14F-4D97-AF65-F5344CB8AC3E}">
        <p14:creationId xmlns:p14="http://schemas.microsoft.com/office/powerpoint/2010/main" val="162663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r>
              <a:rPr lang="nb-NO"/>
              <a:t>​</a:t>
            </a:r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nb-NO" noProof="0"/>
              <a:t>BTS4220-1 26V Blokkjedeteknologi og kryptovaluta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nb-NO" noProof="0"/>
              <a:t>‹#›</a:t>
            </a:fld>
            <a:endParaRPr lang="nb-NO" noProof="0"/>
          </a:p>
        </p:txBody>
      </p:sp>
    </p:spTree>
    <p:extLst>
      <p:ext uri="{BB962C8B-B14F-4D97-AF65-F5344CB8AC3E}">
        <p14:creationId xmlns:p14="http://schemas.microsoft.com/office/powerpoint/2010/main" val="360754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bildeteks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rtlCol="0" anchor="b">
            <a:noAutofit/>
          </a:bodyPr>
          <a:lstStyle>
            <a:lvl1pPr algn="l" rtl="0">
              <a:lnSpc>
                <a:spcPct val="90000"/>
              </a:lnSpc>
              <a:defRPr sz="3600" b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nb-NO" noProof="0"/>
              <a:t>Klikk for å redigere tittelstil</a:t>
            </a:r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>
          <a:xfrm>
            <a:off x="4951414" y="685800"/>
            <a:ext cx="6400800" cy="53340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600"/>
            </a:lvl4pPr>
            <a:lvl5pPr algn="l" rtl="0">
              <a:defRPr sz="1600"/>
            </a:lvl5pPr>
            <a:lvl6pPr algn="l" rtl="0">
              <a:defRPr sz="1600"/>
            </a:lvl6pPr>
            <a:lvl7pPr algn="l" rtl="0">
              <a:defRPr sz="1600"/>
            </a:lvl7pPr>
            <a:lvl8pPr algn="l" rtl="0">
              <a:defRPr sz="1600"/>
            </a:lvl8pPr>
            <a:lvl9pPr algn="l" rtl="0">
              <a:defRPr sz="1600"/>
            </a:lvl9pPr>
          </a:lstStyle>
          <a:p>
            <a:pPr lvl="0" rtl="0"/>
            <a:r>
              <a:rPr lang="nb-NO" noProof="0"/>
              <a:t>Klikk for å redigere tekststiler i malen</a:t>
            </a:r>
          </a:p>
          <a:p>
            <a:pPr lvl="1" rtl="0"/>
            <a:r>
              <a:rPr lang="nb-NO" noProof="0"/>
              <a:t>Andre nivå</a:t>
            </a:r>
          </a:p>
          <a:p>
            <a:pPr lvl="2" rtl="0"/>
            <a:r>
              <a:rPr lang="nb-NO" noProof="0"/>
              <a:t>Tredje nivå</a:t>
            </a:r>
          </a:p>
          <a:p>
            <a:pPr lvl="3" rtl="0"/>
            <a:r>
              <a:rPr lang="nb-NO" noProof="0"/>
              <a:t>Fjerde nivå</a:t>
            </a:r>
          </a:p>
          <a:p>
            <a:pPr lvl="4" rtl="0"/>
            <a:r>
              <a:rPr lang="nb-NO" noProof="0"/>
              <a:t>Femte nivå</a:t>
            </a:r>
          </a:p>
        </p:txBody>
      </p:sp>
      <p:sp>
        <p:nvSpPr>
          <p:cNvPr id="4" name="Plassholder for tekst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 rtlCol="0">
            <a:normAutofit/>
          </a:bodyPr>
          <a:lstStyle>
            <a:lvl1pPr marL="0" indent="0" algn="l" rtl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200"/>
            </a:lvl2pPr>
            <a:lvl3pPr marL="914400" indent="0" algn="l" rtl="0">
              <a:buNone/>
              <a:defRPr sz="1000"/>
            </a:lvl3pPr>
            <a:lvl4pPr marL="1371600" indent="0" algn="l" rtl="0">
              <a:buNone/>
              <a:defRPr sz="900"/>
            </a:lvl4pPr>
            <a:lvl5pPr marL="1828800" indent="0" algn="l" rtl="0">
              <a:buNone/>
              <a:defRPr sz="900"/>
            </a:lvl5pPr>
            <a:lvl6pPr marL="2286000" indent="0" algn="l" rtl="0">
              <a:buNone/>
              <a:defRPr sz="900"/>
            </a:lvl6pPr>
            <a:lvl7pPr marL="2743200" indent="0" algn="l" rtl="0">
              <a:buNone/>
              <a:defRPr sz="900"/>
            </a:lvl7pPr>
            <a:lvl8pPr marL="3200400" indent="0" algn="l" rtl="0">
              <a:buNone/>
              <a:defRPr sz="900"/>
            </a:lvl8pPr>
            <a:lvl9pPr marL="3657600" indent="0" algn="l" rtl="0">
              <a:buNone/>
              <a:defRPr sz="900"/>
            </a:lvl9pPr>
          </a:lstStyle>
          <a:p>
            <a:pPr lvl="0" rtl="0"/>
            <a:r>
              <a:rPr lang="nb-NO" noProof="0"/>
              <a:t>Klikk for å redigere tekststiler i malen</a:t>
            </a:r>
          </a:p>
        </p:txBody>
      </p:sp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r>
              <a:rPr lang="nb-NO"/>
              <a:t>​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nb-NO" noProof="0"/>
              <a:t>BTS4220-1 26V Blokkjedeteknologi og kryptovaluta</a:t>
            </a:r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nb-NO" noProof="0"/>
              <a:t>‹#›</a:t>
            </a:fld>
            <a:endParaRPr lang="nb-NO" noProof="0"/>
          </a:p>
        </p:txBody>
      </p:sp>
    </p:spTree>
    <p:extLst>
      <p:ext uri="{BB962C8B-B14F-4D97-AF65-F5344CB8AC3E}">
        <p14:creationId xmlns:p14="http://schemas.microsoft.com/office/powerpoint/2010/main" val="254498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bildeteks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bilde 2"/>
          <p:cNvSpPr>
            <a:spLocks noGrp="1"/>
          </p:cNvSpPr>
          <p:nvPr>
            <p:ph type="pic" idx="1"/>
          </p:nvPr>
        </p:nvSpPr>
        <p:spPr>
          <a:xfrm>
            <a:off x="4951414" y="685800"/>
            <a:ext cx="6400799" cy="5334000"/>
          </a:xfrm>
          <a:solidFill>
            <a:schemeClr val="bg2"/>
          </a:solidFill>
          <a:ln w="76200">
            <a:solidFill>
              <a:schemeClr val="tx1"/>
            </a:solidFill>
            <a:miter lim="800000"/>
          </a:ln>
        </p:spPr>
        <p:txBody>
          <a:bodyPr rtlCol="0">
            <a:normAutofit/>
          </a:bodyPr>
          <a:lstStyle>
            <a:lvl1pPr marL="0" indent="0" algn="ctr" rtl="0">
              <a:buNone/>
              <a:defRPr sz="2400"/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nb-NO" noProof="0"/>
              <a:t>Klikk på ikonet for å legge til et bilde</a:t>
            </a:r>
          </a:p>
        </p:txBody>
      </p:sp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rtlCol="0" anchor="b">
            <a:normAutofit/>
          </a:bodyPr>
          <a:lstStyle>
            <a:lvl1pPr algn="l" rtl="0">
              <a:lnSpc>
                <a:spcPct val="90000"/>
              </a:lnSpc>
              <a:defRPr sz="3600" b="0" i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nb-NO" noProof="0"/>
              <a:t>Klikk for å redigere tittelstil</a:t>
            </a:r>
          </a:p>
        </p:txBody>
      </p:sp>
      <p:sp>
        <p:nvSpPr>
          <p:cNvPr id="4" name="Plassholder for tekst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 rtlCol="0">
            <a:normAutofit/>
          </a:bodyPr>
          <a:lstStyle>
            <a:lvl1pPr marL="0" indent="0" algn="l" rtl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200"/>
            </a:lvl2pPr>
            <a:lvl3pPr marL="914400" indent="0" algn="l" rtl="0">
              <a:buNone/>
              <a:defRPr sz="1000"/>
            </a:lvl3pPr>
            <a:lvl4pPr marL="1371600" indent="0" algn="l" rtl="0">
              <a:buNone/>
              <a:defRPr sz="900"/>
            </a:lvl4pPr>
            <a:lvl5pPr marL="1828800" indent="0" algn="l" rtl="0">
              <a:buNone/>
              <a:defRPr sz="900"/>
            </a:lvl5pPr>
            <a:lvl6pPr marL="2286000" indent="0" algn="l" rtl="0">
              <a:buNone/>
              <a:defRPr sz="900"/>
            </a:lvl6pPr>
            <a:lvl7pPr marL="2743200" indent="0" algn="l" rtl="0">
              <a:buNone/>
              <a:defRPr sz="900"/>
            </a:lvl7pPr>
            <a:lvl8pPr marL="3200400" indent="0" algn="l" rtl="0">
              <a:buNone/>
              <a:defRPr sz="900"/>
            </a:lvl8pPr>
            <a:lvl9pPr marL="3657600" indent="0" algn="l" rtl="0">
              <a:buNone/>
              <a:defRPr sz="900"/>
            </a:lvl9pPr>
          </a:lstStyle>
          <a:p>
            <a:pPr lvl="0" rtl="0"/>
            <a:r>
              <a:rPr lang="nb-NO" noProof="0"/>
              <a:t>Klikk for å redigere tekststiler i malen</a:t>
            </a:r>
          </a:p>
        </p:txBody>
      </p:sp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r>
              <a:rPr lang="nb-NO"/>
              <a:t>​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nb-NO" noProof="0"/>
              <a:t>BTS4220-1 26V Blokkjedeteknologi og kryptovaluta</a:t>
            </a:r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nb-NO" noProof="0"/>
              <a:pPr rtl="0"/>
              <a:t>‹#›</a:t>
            </a:fld>
            <a:endParaRPr lang="nb-NO" noProof="0"/>
          </a:p>
        </p:txBody>
      </p:sp>
    </p:spTree>
    <p:extLst>
      <p:ext uri="{BB962C8B-B14F-4D97-AF65-F5344CB8AC3E}">
        <p14:creationId xmlns:p14="http://schemas.microsoft.com/office/powerpoint/2010/main" val="224917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tel og 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nb-NO" noProof="0"/>
              <a:t>Klikk for å redigere tittelstil</a:t>
            </a:r>
          </a:p>
        </p:txBody>
      </p:sp>
      <p:sp>
        <p:nvSpPr>
          <p:cNvPr id="3" name="Plassholder for loddrett tekst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nb-NO" noProof="0"/>
              <a:t>Klikk for å redigere tekststiler i malen</a:t>
            </a:r>
          </a:p>
          <a:p>
            <a:pPr lvl="1" rtl="0"/>
            <a:r>
              <a:rPr lang="nb-NO" noProof="0"/>
              <a:t>Andre nivå</a:t>
            </a:r>
          </a:p>
          <a:p>
            <a:pPr lvl="2" rtl="0"/>
            <a:r>
              <a:rPr lang="nb-NO" noProof="0"/>
              <a:t>Tredje nivå</a:t>
            </a:r>
          </a:p>
          <a:p>
            <a:pPr lvl="3" rtl="0"/>
            <a:r>
              <a:rPr lang="nb-NO" noProof="0"/>
              <a:t>Fjerde nivå</a:t>
            </a:r>
          </a:p>
          <a:p>
            <a:pPr lvl="4" rtl="0"/>
            <a:r>
              <a:rPr lang="nb-NO" noProof="0"/>
              <a:t>Femte nivå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r>
              <a:rPr lang="nb-NO"/>
              <a:t>​</a:t>
            </a:r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nb-NO" noProof="0"/>
              <a:t>BTS4220-1 26V Blokkjedeteknologi og kryptovaluta</a:t>
            </a:r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nb-NO" noProof="0"/>
              <a:t>‹#›</a:t>
            </a:fld>
            <a:endParaRPr lang="nb-NO" noProof="0"/>
          </a:p>
        </p:txBody>
      </p:sp>
    </p:spTree>
    <p:extLst>
      <p:ext uri="{BB962C8B-B14F-4D97-AF65-F5344CB8AC3E}">
        <p14:creationId xmlns:p14="http://schemas.microsoft.com/office/powerpoint/2010/main" val="46009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/>
          <p:cNvSpPr>
            <a:spLocks noGrp="1"/>
          </p:cNvSpPr>
          <p:nvPr>
            <p:ph type="title" orient="vert"/>
          </p:nvPr>
        </p:nvSpPr>
        <p:spPr>
          <a:xfrm>
            <a:off x="9142412" y="381001"/>
            <a:ext cx="1524001" cy="5638800"/>
          </a:xfrm>
        </p:spPr>
        <p:txBody>
          <a:bodyPr vert="eaVert" rtlCol="0"/>
          <a:lstStyle>
            <a:lvl1pPr rtl="0">
              <a:defRPr/>
            </a:lvl1pPr>
          </a:lstStyle>
          <a:p>
            <a:pPr rtl="0"/>
            <a:r>
              <a:rPr lang="nb-NO" noProof="0"/>
              <a:t>Klikk for å redigere tittelstil</a:t>
            </a:r>
          </a:p>
        </p:txBody>
      </p:sp>
      <p:sp>
        <p:nvSpPr>
          <p:cNvPr id="3" name="Plassholder for loddrett tekst 2"/>
          <p:cNvSpPr>
            <a:spLocks noGrp="1"/>
          </p:cNvSpPr>
          <p:nvPr>
            <p:ph type="body" orient="vert" idx="1"/>
          </p:nvPr>
        </p:nvSpPr>
        <p:spPr>
          <a:xfrm>
            <a:off x="1522412" y="381001"/>
            <a:ext cx="7391399" cy="5638800"/>
          </a:xfrm>
        </p:spPr>
        <p:txBody>
          <a:bodyPr vert="eaVert" rtlCol="0"/>
          <a:lstStyle/>
          <a:p>
            <a:pPr lvl="0" rtl="0"/>
            <a:r>
              <a:rPr lang="nb-NO" noProof="0"/>
              <a:t>Klikk for å redigere tekststiler i malen</a:t>
            </a:r>
          </a:p>
          <a:p>
            <a:pPr lvl="1" rtl="0"/>
            <a:r>
              <a:rPr lang="nb-NO" noProof="0"/>
              <a:t>Andre nivå</a:t>
            </a:r>
          </a:p>
          <a:p>
            <a:pPr lvl="2" rtl="0"/>
            <a:r>
              <a:rPr lang="nb-NO" noProof="0"/>
              <a:t>Tredje nivå</a:t>
            </a:r>
          </a:p>
          <a:p>
            <a:pPr lvl="3" rtl="0"/>
            <a:r>
              <a:rPr lang="nb-NO" noProof="0"/>
              <a:t>Fjerde nivå</a:t>
            </a:r>
          </a:p>
          <a:p>
            <a:pPr lvl="4" rtl="0"/>
            <a:r>
              <a:rPr lang="nb-NO" noProof="0"/>
              <a:t>Femte nivå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r>
              <a:rPr lang="nb-NO"/>
              <a:t>​</a:t>
            </a:r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nb-NO" noProof="0"/>
              <a:t>BTS4220-1 26V Blokkjedeteknologi og kryptovaluta</a:t>
            </a:r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nb-NO" noProof="0"/>
              <a:t>‹#›</a:t>
            </a:fld>
            <a:endParaRPr lang="nb-NO" noProof="0"/>
          </a:p>
        </p:txBody>
      </p:sp>
    </p:spTree>
    <p:extLst>
      <p:ext uri="{BB962C8B-B14F-4D97-AF65-F5344CB8AC3E}">
        <p14:creationId xmlns:p14="http://schemas.microsoft.com/office/powerpoint/2010/main" val="407903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nb-NO" noProof="0"/>
              <a:t>Klikk for å redigere tittelstil</a:t>
            </a:r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1522413" y="1904999"/>
            <a:ext cx="9134391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nb-NO" noProof="0"/>
              <a:t>Klikk for å redigere tekststiler i malen</a:t>
            </a:r>
          </a:p>
          <a:p>
            <a:pPr lvl="1" rtl="0"/>
            <a:r>
              <a:rPr lang="nb-NO" noProof="0"/>
              <a:t>Andre nivå</a:t>
            </a:r>
          </a:p>
          <a:p>
            <a:pPr lvl="2" rtl="0"/>
            <a:r>
              <a:rPr lang="nb-NO" noProof="0"/>
              <a:t>Tredje nivå</a:t>
            </a:r>
          </a:p>
          <a:p>
            <a:pPr lvl="3" rtl="0"/>
            <a:r>
              <a:rPr lang="nb-NO" noProof="0"/>
              <a:t>Fjerde nivå</a:t>
            </a:r>
          </a:p>
          <a:p>
            <a:pPr lvl="4" rtl="0"/>
            <a:r>
              <a:rPr lang="nb-NO" noProof="0"/>
              <a:t>Femte nivå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2"/>
          </p:nvPr>
        </p:nvSpPr>
        <p:spPr>
          <a:xfrm>
            <a:off x="8226422" y="6400800"/>
            <a:ext cx="144938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nb-NO"/>
              <a:t>​</a:t>
            </a:r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3"/>
          </p:nvPr>
        </p:nvSpPr>
        <p:spPr>
          <a:xfrm>
            <a:off x="1522413" y="6400800"/>
            <a:ext cx="655319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nb-NO" noProof="0"/>
              <a:t>BTS4220-1 26V Blokkjedeteknologi og kryptovaluta</a:t>
            </a:r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4"/>
          </p:nvPr>
        </p:nvSpPr>
        <p:spPr>
          <a:xfrm>
            <a:off x="9828211" y="6400800"/>
            <a:ext cx="838201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13F82-EE5E-44EE-A61D-E31C6657F26F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03059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231775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2625" indent="-21907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302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39_FAC18BE5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hyperlink" Target="https://no.beincrypto.com/ethereum-fremtid-2035/" TargetMode="Externa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09774-F2A3-E142-B9B3-4A9AC71CD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001D617-2EB9-E6B1-53D7-04AF377B1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180972"/>
            <a:ext cx="9004073" cy="1457653"/>
          </a:xfrm>
        </p:spPr>
        <p:txBody>
          <a:bodyPr rtlCol="0">
            <a:normAutofit fontScale="90000"/>
          </a:bodyPr>
          <a:lstStyle/>
          <a:p>
            <a:pPr algn="ctr"/>
            <a:br>
              <a:rPr lang="en-GB" sz="4000" b="1" dirty="0"/>
            </a:br>
            <a:br>
              <a:rPr lang="en-GB" sz="4000" b="1" dirty="0"/>
            </a:br>
            <a:r>
              <a:rPr lang="en-GB" sz="4400" b="1" dirty="0"/>
              <a:t>Analyse </a:t>
            </a:r>
            <a:r>
              <a:rPr lang="en-GB" sz="4400" b="1" dirty="0" err="1"/>
              <a:t>og</a:t>
            </a:r>
            <a:r>
              <a:rPr lang="en-GB" sz="4400" b="1" dirty="0"/>
              <a:t> </a:t>
            </a:r>
            <a:r>
              <a:rPr lang="en-GB" sz="4400" b="1" dirty="0" err="1"/>
              <a:t>klassifisering</a:t>
            </a:r>
            <a:r>
              <a:rPr lang="en-GB" sz="4400" b="1" dirty="0"/>
              <a:t> </a:t>
            </a:r>
            <a:r>
              <a:rPr lang="en-GB" sz="4400" b="1" dirty="0" err="1"/>
              <a:t>av</a:t>
            </a:r>
            <a:r>
              <a:rPr lang="en-GB" sz="4400" b="1" dirty="0"/>
              <a:t> Ethereum</a:t>
            </a:r>
            <a:br>
              <a:rPr lang="en-GB" sz="4400" b="1" dirty="0"/>
            </a:br>
            <a:endParaRPr lang="nb-NO" sz="4400" b="1" dirty="0"/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57304129-0B6B-C893-3CFF-9238EC80C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4" y="1904999"/>
            <a:ext cx="6435044" cy="2525487"/>
          </a:xfrm>
        </p:spPr>
        <p:txBody>
          <a:bodyPr rtlCol="0">
            <a:normAutofit fontScale="25000" lnSpcReduction="20000"/>
          </a:bodyPr>
          <a:lstStyle/>
          <a:p>
            <a:pPr algn="ctr"/>
            <a:endParaRPr lang="nb-NO" sz="7200" b="1" dirty="0">
              <a:solidFill>
                <a:schemeClr val="tx1"/>
              </a:solidFill>
              <a:latin typeface="Abadi" panose="020F050202020403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 algn="ctr">
              <a:buNone/>
            </a:pPr>
            <a:r>
              <a:rPr lang="nb-NO" sz="13200" dirty="0"/>
              <a:t> </a:t>
            </a:r>
            <a:br>
              <a:rPr lang="nb-NO" sz="13200" dirty="0"/>
            </a:br>
            <a:endParaRPr lang="nb-NO" sz="13200" dirty="0"/>
          </a:p>
          <a:p>
            <a:pPr algn="ctr"/>
            <a:endParaRPr lang="nb-NO" sz="13200" dirty="0"/>
          </a:p>
          <a:p>
            <a:pPr marL="0" indent="0" algn="ctr">
              <a:buNone/>
            </a:pPr>
            <a:br>
              <a:rPr lang="nb-NO" sz="13200" b="1" dirty="0"/>
            </a:br>
            <a:endParaRPr lang="nb-NO" sz="13200" b="1" dirty="0"/>
          </a:p>
          <a:p>
            <a:pPr rtl="0"/>
            <a:endParaRPr lang="nb-NO" sz="4800" dirty="0"/>
          </a:p>
        </p:txBody>
      </p:sp>
      <p:sp>
        <p:nvSpPr>
          <p:cNvPr id="5" name="Plassholder for bunntekst 3">
            <a:extLst>
              <a:ext uri="{FF2B5EF4-FFF2-40B4-BE49-F238E27FC236}">
                <a16:creationId xmlns:a16="http://schemas.microsoft.com/office/drawing/2014/main" id="{9808EC05-5B7C-ADFE-CCBF-68911FCB5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0159" y="6400800"/>
            <a:ext cx="2938182" cy="276228"/>
          </a:xfrm>
        </p:spPr>
        <p:txBody>
          <a:bodyPr/>
          <a:lstStyle/>
          <a:p>
            <a:r>
              <a:rPr lang="nb-NO" u="sng" dirty="0"/>
              <a:t>BTS4220-1 26V </a:t>
            </a:r>
            <a:r>
              <a:rPr lang="nb-NO" u="sng" dirty="0" err="1"/>
              <a:t>Blokkjedeteknologi</a:t>
            </a:r>
            <a:r>
              <a:rPr lang="nb-NO" u="sng" dirty="0"/>
              <a:t> og kryptovaluta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67DFD92D-879E-2020-8102-E76496D577D9}"/>
              </a:ext>
            </a:extLst>
          </p:cNvPr>
          <p:cNvSpPr txBox="1">
            <a:spLocks/>
          </p:cNvSpPr>
          <p:nvPr/>
        </p:nvSpPr>
        <p:spPr>
          <a:xfrm>
            <a:off x="1364876" y="5322512"/>
            <a:ext cx="8875059" cy="43151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2000" kern="1200" cap="all" spc="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b-NO" b="1" dirty="0">
                <a:solidFill>
                  <a:schemeClr val="tx1"/>
                </a:solidFill>
              </a:rPr>
              <a:t>Gruppe </a:t>
            </a:r>
            <a:r>
              <a:rPr lang="nb-NO" sz="2500" b="1" dirty="0">
                <a:solidFill>
                  <a:schemeClr val="tx1"/>
                </a:solidFill>
              </a:rPr>
              <a:t>5</a:t>
            </a:r>
            <a:r>
              <a:rPr lang="nb-NO" b="1" dirty="0">
                <a:solidFill>
                  <a:schemeClr val="tx1"/>
                </a:solidFill>
              </a:rPr>
              <a:t>: Hadil  Rustam, Fredrik  Langseth, Mikael Hals</a:t>
            </a:r>
          </a:p>
          <a:p>
            <a:endParaRPr lang="nb-NO" dirty="0">
              <a:solidFill>
                <a:schemeClr val="tx1"/>
              </a:solidFill>
            </a:endParaRPr>
          </a:p>
          <a:p>
            <a:endParaRPr lang="nb-NO" sz="1600" dirty="0">
              <a:solidFill>
                <a:schemeClr val="tx1"/>
              </a:solidFill>
            </a:endParaRPr>
          </a:p>
          <a:p>
            <a:endParaRPr lang="nb-NO" dirty="0"/>
          </a:p>
          <a:p>
            <a:endParaRPr lang="en-US" dirty="0"/>
          </a:p>
        </p:txBody>
      </p:sp>
      <p:pic>
        <p:nvPicPr>
          <p:cNvPr id="8" name="Bilde 7">
            <a:extLst>
              <a:ext uri="{FF2B5EF4-FFF2-40B4-BE49-F238E27FC236}">
                <a16:creationId xmlns:a16="http://schemas.microsoft.com/office/drawing/2014/main" id="{68B60CA5-5005-A9E3-9481-EF0495D500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403705" y="1638625"/>
            <a:ext cx="4711595" cy="326926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1" name="Plassholder for lysbildenummer 10">
            <a:extLst>
              <a:ext uri="{FF2B5EF4-FFF2-40B4-BE49-F238E27FC236}">
                <a16:creationId xmlns:a16="http://schemas.microsoft.com/office/drawing/2014/main" id="{062014E1-3958-EEBF-1E32-25A49FBB8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6382" y="6400800"/>
            <a:ext cx="437029" cy="276228"/>
          </a:xfrm>
        </p:spPr>
        <p:txBody>
          <a:bodyPr/>
          <a:lstStyle/>
          <a:p>
            <a:pPr rtl="0"/>
            <a:fld id="{2A013F82-EE5E-44EE-A61D-E31C6657F26F}" type="slidenum">
              <a:rPr lang="nb-NO" noProof="0" smtClean="0"/>
              <a:t>1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36637825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015E133-5428-9ABE-E848-751FBC269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881743"/>
            <a:ext cx="6133170" cy="1273627"/>
          </a:xfrm>
        </p:spPr>
        <p:txBody>
          <a:bodyPr>
            <a:normAutofit/>
          </a:bodyPr>
          <a:lstStyle/>
          <a:p>
            <a:pPr algn="ctr"/>
            <a:r>
              <a:rPr lang="nb-NO" sz="7200" b="1" dirty="0">
                <a:solidFill>
                  <a:srgbClr val="6BA9E7"/>
                </a:solidFill>
              </a:rPr>
              <a:t>Hva hvis…</a:t>
            </a:r>
            <a:r>
              <a:rPr lang="nb-NO" sz="72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7C0F48B-39BA-EEA1-964D-D2CEC04DB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7356" y="2579914"/>
            <a:ext cx="5323069" cy="2122716"/>
          </a:xfrm>
        </p:spPr>
        <p:txBody>
          <a:bodyPr>
            <a:normAutofit/>
          </a:bodyPr>
          <a:lstStyle/>
          <a:p>
            <a:r>
              <a:rPr lang="nb-NO" sz="3600" dirty="0"/>
              <a:t>Apper uten banker</a:t>
            </a:r>
          </a:p>
          <a:p>
            <a:r>
              <a:rPr lang="nb-NO" sz="3600" dirty="0"/>
              <a:t>Ingen mellomledd.</a:t>
            </a:r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3841EFF5-8B20-7450-D1ED-67A788763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6541" y="6400800"/>
            <a:ext cx="4149071" cy="276228"/>
          </a:xfrm>
        </p:spPr>
        <p:txBody>
          <a:bodyPr/>
          <a:lstStyle/>
          <a:p>
            <a:pPr rtl="0"/>
            <a:r>
              <a:rPr lang="nb-NO" sz="1200" noProof="0"/>
              <a:t>BTS4220-1 26V Blokkjedeteknologi og kryptovaluta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8C23BCB9-E1DE-88C4-0CBD-7B54B7FA7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7235" y="6400800"/>
            <a:ext cx="356347" cy="276228"/>
          </a:xfrm>
        </p:spPr>
        <p:txBody>
          <a:bodyPr/>
          <a:lstStyle/>
          <a:p>
            <a:pPr rtl="0"/>
            <a:fld id="{2A013F82-EE5E-44EE-A61D-E31C6657F26F}" type="slidenum">
              <a:rPr lang="nb-NO" noProof="0" smtClean="0"/>
              <a:t>2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3039467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A674512-B5AD-1EF9-F122-8FDC19227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nb-NO" dirty="0"/>
            </a:br>
            <a:br>
              <a:rPr lang="nb-NO" dirty="0"/>
            </a:br>
            <a:br>
              <a:rPr lang="nb-NO" dirty="0"/>
            </a:br>
            <a:br>
              <a:rPr lang="nb-NO" dirty="0"/>
            </a:br>
            <a:br>
              <a:rPr lang="nb-NO" dirty="0"/>
            </a:br>
            <a:br>
              <a:rPr lang="nb-NO" dirty="0"/>
            </a:br>
            <a:br>
              <a:rPr lang="nb-NO" dirty="0"/>
            </a:br>
            <a:br>
              <a:rPr lang="nb-NO" dirty="0"/>
            </a:br>
            <a:br>
              <a:rPr lang="nb-NO" dirty="0"/>
            </a:br>
            <a:br>
              <a:rPr lang="nb-NO" dirty="0"/>
            </a:br>
            <a:br>
              <a:rPr lang="nb-NO" dirty="0"/>
            </a:br>
            <a:endParaRPr lang="en-US" sz="6000" dirty="0"/>
          </a:p>
        </p:txBody>
      </p:sp>
      <p:sp>
        <p:nvSpPr>
          <p:cNvPr id="8" name="Plassholder for tekst 7">
            <a:extLst>
              <a:ext uri="{FF2B5EF4-FFF2-40B4-BE49-F238E27FC236}">
                <a16:creationId xmlns:a16="http://schemas.microsoft.com/office/drawing/2014/main" id="{33338822-031A-170F-B2D9-EF4083FD7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6314" y="729343"/>
            <a:ext cx="6128656" cy="1023257"/>
          </a:xfrm>
        </p:spPr>
        <p:txBody>
          <a:bodyPr/>
          <a:lstStyle/>
          <a:p>
            <a:r>
              <a:rPr lang="nb-NO" sz="3600" b="1" spc="1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Hva</a:t>
            </a:r>
            <a:r>
              <a:rPr lang="nb-NO" sz="3600" dirty="0"/>
              <a:t> </a:t>
            </a:r>
            <a:r>
              <a:rPr lang="nb-NO" sz="3600" b="1" spc="1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er</a:t>
            </a:r>
            <a:r>
              <a:rPr lang="nb-NO" sz="3600" dirty="0"/>
              <a:t> </a:t>
            </a:r>
            <a:r>
              <a:rPr lang="nb-NO" sz="3600" b="1" spc="1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Ethereum</a:t>
            </a:r>
            <a:r>
              <a:rPr lang="nb-NO" sz="3600" dirty="0"/>
              <a:t>?</a:t>
            </a:r>
          </a:p>
        </p:txBody>
      </p:sp>
      <p:sp>
        <p:nvSpPr>
          <p:cNvPr id="9" name="Plassholder for innhold 8">
            <a:extLst>
              <a:ext uri="{FF2B5EF4-FFF2-40B4-BE49-F238E27FC236}">
                <a16:creationId xmlns:a16="http://schemas.microsoft.com/office/drawing/2014/main" id="{837679D8-079D-CC34-5B80-43DFDFAA53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8801" y="1907241"/>
            <a:ext cx="5142752" cy="3693459"/>
          </a:xfrm>
        </p:spPr>
        <p:txBody>
          <a:bodyPr/>
          <a:lstStyle/>
          <a:p>
            <a:r>
              <a:rPr lang="en-GB" dirty="0">
                <a:solidFill>
                  <a:srgbClr val="FFFFFF"/>
                </a:solidFill>
              </a:rPr>
              <a:t>B</a:t>
            </a:r>
            <a:r>
              <a:rPr lang="en-NO" dirty="0">
                <a:solidFill>
                  <a:srgbClr val="FFFFFF"/>
                </a:solidFill>
              </a:rPr>
              <a:t>lockchain</a:t>
            </a:r>
            <a:r>
              <a:rPr lang="en-GB" dirty="0">
                <a:solidFill>
                  <a:srgbClr val="FFFFFF"/>
                </a:solidFill>
              </a:rPr>
              <a:t> platform</a:t>
            </a:r>
            <a:endParaRPr lang="en-NO" dirty="0">
              <a:solidFill>
                <a:srgbClr val="FFFFFF"/>
              </a:solidFill>
            </a:endParaRPr>
          </a:p>
          <a:p>
            <a:r>
              <a:rPr lang="en-NO" dirty="0">
                <a:solidFill>
                  <a:srgbClr val="FFFFFF"/>
                </a:solidFill>
              </a:rPr>
              <a:t>Vitalink Buterin</a:t>
            </a:r>
          </a:p>
          <a:p>
            <a:r>
              <a:rPr lang="en-GB" dirty="0" err="1">
                <a:solidFill>
                  <a:srgbClr val="FFFFFF"/>
                </a:solidFill>
              </a:rPr>
              <a:t>Lansert</a:t>
            </a:r>
            <a:r>
              <a:rPr lang="en-GB" dirty="0">
                <a:solidFill>
                  <a:srgbClr val="FFFFFF"/>
                </a:solidFill>
              </a:rPr>
              <a:t> </a:t>
            </a:r>
            <a:r>
              <a:rPr lang="en-NO" dirty="0">
                <a:solidFill>
                  <a:srgbClr val="FFFFFF"/>
                </a:solidFill>
              </a:rPr>
              <a:t>2015</a:t>
            </a:r>
          </a:p>
          <a:p>
            <a:r>
              <a:rPr lang="en-NO" dirty="0">
                <a:solidFill>
                  <a:srgbClr val="FFFFFF"/>
                </a:solidFill>
              </a:rPr>
              <a:t>Smart contracts</a:t>
            </a:r>
            <a:endParaRPr lang="en-GB" dirty="0">
              <a:solidFill>
                <a:srgbClr val="FFFFFF"/>
              </a:solidFill>
            </a:endParaRPr>
          </a:p>
          <a:p>
            <a:r>
              <a:rPr lang="en-GB" dirty="0" err="1">
                <a:solidFill>
                  <a:srgbClr val="FFFFFF"/>
                </a:solidFill>
              </a:rPr>
              <a:t>Åpen</a:t>
            </a:r>
            <a:r>
              <a:rPr lang="en-GB" dirty="0">
                <a:solidFill>
                  <a:srgbClr val="FFFFFF"/>
                </a:solidFill>
              </a:rPr>
              <a:t> </a:t>
            </a:r>
            <a:r>
              <a:rPr lang="en-GB" dirty="0" err="1">
                <a:solidFill>
                  <a:srgbClr val="FFFFFF"/>
                </a:solidFill>
              </a:rPr>
              <a:t>kildekode</a:t>
            </a:r>
            <a:r>
              <a:rPr lang="en-GB" dirty="0">
                <a:solidFill>
                  <a:srgbClr val="FFFFFF"/>
                </a:solidFill>
              </a:rPr>
              <a:t>.</a:t>
            </a:r>
          </a:p>
          <a:p>
            <a:r>
              <a:rPr lang="en-GB" dirty="0"/>
              <a:t>Proof </a:t>
            </a:r>
            <a:r>
              <a:rPr lang="en-GB" dirty="0" err="1"/>
              <a:t>og</a:t>
            </a:r>
            <a:r>
              <a:rPr lang="en-GB" dirty="0"/>
              <a:t> Stack</a:t>
            </a:r>
          </a:p>
          <a:p>
            <a:pPr marL="0" indent="0">
              <a:buNone/>
            </a:pPr>
            <a:endParaRPr lang="en-NO" dirty="0">
              <a:solidFill>
                <a:srgbClr val="FFFFFF"/>
              </a:solidFill>
            </a:endParaRPr>
          </a:p>
          <a:p>
            <a:endParaRPr lang="nb-NO" dirty="0"/>
          </a:p>
        </p:txBody>
      </p:sp>
      <p:sp>
        <p:nvSpPr>
          <p:cNvPr id="6" name="Plassholder for bunntekst 3">
            <a:extLst>
              <a:ext uri="{FF2B5EF4-FFF2-40B4-BE49-F238E27FC236}">
                <a16:creationId xmlns:a16="http://schemas.microsoft.com/office/drawing/2014/main" id="{39D0ACD4-F3D3-C219-B533-34275EAB9C28}"/>
              </a:ext>
            </a:extLst>
          </p:cNvPr>
          <p:cNvSpPr txBox="1">
            <a:spLocks/>
          </p:cNvSpPr>
          <p:nvPr/>
        </p:nvSpPr>
        <p:spPr>
          <a:xfrm>
            <a:off x="558801" y="6246159"/>
            <a:ext cx="4564528" cy="430869"/>
          </a:xfrm>
          <a:prstGeom prst="rect">
            <a:avLst/>
          </a:prstGeom>
        </p:spPr>
        <p:txBody>
          <a:bodyPr/>
          <a:lstStyle>
            <a:defPPr rtl="0">
              <a:defRPr lang="nb-n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b-NO" u="sng" dirty="0"/>
              <a:t>  </a:t>
            </a:r>
          </a:p>
        </p:txBody>
      </p:sp>
      <p:pic>
        <p:nvPicPr>
          <p:cNvPr id="18" name="Plassholder for innhold 17">
            <a:extLst>
              <a:ext uri="{FF2B5EF4-FFF2-40B4-BE49-F238E27FC236}">
                <a16:creationId xmlns:a16="http://schemas.microsoft.com/office/drawing/2014/main" id="{C6F3BE2B-4098-F596-98A0-41573821E18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rcRect t="8460" b="38"/>
          <a:stretch>
            <a:fillRect/>
          </a:stretch>
        </p:blipFill>
        <p:spPr>
          <a:xfrm>
            <a:off x="6088579" y="2167218"/>
            <a:ext cx="3506658" cy="21358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9" name="Plassholder for bunntekst 18">
            <a:extLst>
              <a:ext uri="{FF2B5EF4-FFF2-40B4-BE49-F238E27FC236}">
                <a16:creationId xmlns:a16="http://schemas.microsoft.com/office/drawing/2014/main" id="{86EC3CA9-CE23-A249-3005-4280DC9FF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22376" y="6400800"/>
            <a:ext cx="3853236" cy="276228"/>
          </a:xfrm>
        </p:spPr>
        <p:txBody>
          <a:bodyPr/>
          <a:lstStyle/>
          <a:p>
            <a:pPr rtl="0"/>
            <a:r>
              <a:rPr lang="nb-NO" sz="1200" noProof="0" dirty="0"/>
              <a:t>BTS4220-1 26V </a:t>
            </a:r>
            <a:r>
              <a:rPr lang="nb-NO" sz="1200" noProof="0" dirty="0" err="1"/>
              <a:t>Blokkjedeteknologi</a:t>
            </a:r>
            <a:r>
              <a:rPr lang="nb-NO" sz="1200" noProof="0" dirty="0"/>
              <a:t> og kryptovaluta</a:t>
            </a:r>
          </a:p>
        </p:txBody>
      </p:sp>
      <p:sp>
        <p:nvSpPr>
          <p:cNvPr id="21" name="Plassholder for lysbildenummer 20">
            <a:extLst>
              <a:ext uri="{FF2B5EF4-FFF2-40B4-BE49-F238E27FC236}">
                <a16:creationId xmlns:a16="http://schemas.microsoft.com/office/drawing/2014/main" id="{CA8AAB1C-6E1F-0B57-6330-94DF40291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398" y="6340288"/>
            <a:ext cx="739589" cy="276228"/>
          </a:xfrm>
        </p:spPr>
        <p:txBody>
          <a:bodyPr/>
          <a:lstStyle/>
          <a:p>
            <a:pPr rtl="0"/>
            <a:r>
              <a:rPr lang="nb-NO" noProof="0" dirty="0"/>
              <a:t>	</a:t>
            </a:r>
            <a:fld id="{2A013F82-EE5E-44EE-A61D-E31C6657F26F}" type="slidenum">
              <a:rPr lang="nb-NO" noProof="0" smtClean="0"/>
              <a:t>3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758949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390294" y="713677"/>
            <a:ext cx="7917366" cy="1082465"/>
          </a:xfrm>
        </p:spPr>
        <p:txBody>
          <a:bodyPr rtlCol="0" anchor="b">
            <a:normAutofit/>
          </a:bodyPr>
          <a:lstStyle/>
          <a:p>
            <a:pPr algn="ctr"/>
            <a:r>
              <a:rPr lang="nb-NO" sz="5400" b="1" dirty="0"/>
              <a:t>Hvordan fungerer det?</a:t>
            </a:r>
            <a:endParaRPr lang="en-US" sz="5400" b="1" dirty="0"/>
          </a:p>
        </p:txBody>
      </p:sp>
      <p:sp>
        <p:nvSpPr>
          <p:cNvPr id="3" name="Plassholder for innhold 2"/>
          <p:cNvSpPr>
            <a:spLocks noGrp="1"/>
          </p:cNvSpPr>
          <p:nvPr>
            <p:ph sz="half" idx="2"/>
          </p:nvPr>
        </p:nvSpPr>
        <p:spPr>
          <a:xfrm>
            <a:off x="555171" y="1962615"/>
            <a:ext cx="11517085" cy="3436699"/>
          </a:xfrm>
        </p:spPr>
        <p:txBody>
          <a:bodyPr rtlCol="0">
            <a:noAutofit/>
          </a:bodyPr>
          <a:lstStyle/>
          <a:p>
            <a:pPr marL="0" indent="0" fontAlgn="base">
              <a:lnSpc>
                <a:spcPct val="100000"/>
              </a:lnSpc>
              <a:buNone/>
            </a:pPr>
            <a:r>
              <a:rPr lang="en-US" sz="3000" dirty="0"/>
              <a:t>					</a:t>
            </a:r>
          </a:p>
          <a:p>
            <a:pPr fontAlgn="base">
              <a:lnSpc>
                <a:spcPct val="100000"/>
              </a:lnSpc>
            </a:pPr>
            <a:r>
              <a:rPr lang="en-US" sz="2800" dirty="0"/>
              <a:t>Bruker   			  </a:t>
            </a:r>
            <a:r>
              <a:rPr lang="en-US" sz="2800" dirty="0" err="1"/>
              <a:t>smartkontrakter</a:t>
            </a:r>
            <a:r>
              <a:rPr lang="en-US" sz="2800" dirty="0"/>
              <a:t> 		                    </a:t>
            </a:r>
            <a:r>
              <a:rPr lang="nb-NO" sz="2800" dirty="0" err="1"/>
              <a:t>Blokkjede</a:t>
            </a:r>
            <a:r>
              <a:rPr lang="nb-NO" sz="2800" dirty="0"/>
              <a:t>.</a:t>
            </a:r>
          </a:p>
          <a:p>
            <a:pPr fontAlgn="base">
              <a:lnSpc>
                <a:spcPct val="100000"/>
              </a:lnSpc>
            </a:pPr>
            <a:r>
              <a:rPr lang="nb-NO" sz="2800" dirty="0"/>
              <a:t>Koden utføres automatisk</a:t>
            </a:r>
          </a:p>
          <a:p>
            <a:pPr fontAlgn="base">
              <a:lnSpc>
                <a:spcPct val="100000"/>
              </a:lnSpc>
            </a:pPr>
            <a:r>
              <a:rPr lang="nb-NO" sz="2800" dirty="0"/>
              <a:t>Ingen mellomledd.</a:t>
            </a:r>
            <a:endParaRPr lang="en-US" sz="2800" dirty="0"/>
          </a:p>
        </p:txBody>
      </p:sp>
      <p:sp>
        <p:nvSpPr>
          <p:cNvPr id="8" name="Pil: høyre 7">
            <a:extLst>
              <a:ext uri="{FF2B5EF4-FFF2-40B4-BE49-F238E27FC236}">
                <a16:creationId xmlns:a16="http://schemas.microsoft.com/office/drawing/2014/main" id="{78600897-BBD9-4EA9-B029-FB33264094C2}"/>
              </a:ext>
            </a:extLst>
          </p:cNvPr>
          <p:cNvSpPr/>
          <p:nvPr/>
        </p:nvSpPr>
        <p:spPr>
          <a:xfrm>
            <a:off x="2232897" y="2642839"/>
            <a:ext cx="1781542" cy="57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Transaksjon</a:t>
            </a:r>
            <a:endParaRPr lang="nb-NO" dirty="0"/>
          </a:p>
        </p:txBody>
      </p:sp>
      <p:sp>
        <p:nvSpPr>
          <p:cNvPr id="9" name="Pil: høyre 8">
            <a:extLst>
              <a:ext uri="{FF2B5EF4-FFF2-40B4-BE49-F238E27FC236}">
                <a16:creationId xmlns:a16="http://schemas.microsoft.com/office/drawing/2014/main" id="{09765AA5-70B4-ED04-66C4-A1E9E2E5E8C8}"/>
              </a:ext>
            </a:extLst>
          </p:cNvPr>
          <p:cNvSpPr/>
          <p:nvPr/>
        </p:nvSpPr>
        <p:spPr>
          <a:xfrm>
            <a:off x="7108371" y="2558144"/>
            <a:ext cx="1979874" cy="7402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Transaksjon</a:t>
            </a:r>
            <a:endParaRPr lang="nb-NO" dirty="0"/>
          </a:p>
        </p:txBody>
      </p:sp>
      <p:sp>
        <p:nvSpPr>
          <p:cNvPr id="10" name="Plassholder for bunntekst 9">
            <a:extLst>
              <a:ext uri="{FF2B5EF4-FFF2-40B4-BE49-F238E27FC236}">
                <a16:creationId xmlns:a16="http://schemas.microsoft.com/office/drawing/2014/main" id="{30E1E1FD-65BD-49D3-1FDA-113F9A351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1866" y="6400800"/>
            <a:ext cx="3588232" cy="367990"/>
          </a:xfrm>
        </p:spPr>
        <p:txBody>
          <a:bodyPr/>
          <a:lstStyle/>
          <a:p>
            <a:pPr rtl="0"/>
            <a:r>
              <a:rPr lang="nb-NO" sz="1200" noProof="0" dirty="0"/>
              <a:t>BTS4220-1 26V </a:t>
            </a:r>
            <a:r>
              <a:rPr lang="nb-NO" sz="1200" noProof="0" dirty="0" err="1"/>
              <a:t>Blokkjedeteknologi</a:t>
            </a:r>
            <a:r>
              <a:rPr lang="nb-NO" sz="1200" noProof="0" dirty="0"/>
              <a:t> og kryptovaluta</a:t>
            </a:r>
          </a:p>
        </p:txBody>
      </p:sp>
      <p:sp>
        <p:nvSpPr>
          <p:cNvPr id="12" name="Plassholder for lysbildenummer 11">
            <a:extLst>
              <a:ext uri="{FF2B5EF4-FFF2-40B4-BE49-F238E27FC236}">
                <a16:creationId xmlns:a16="http://schemas.microsoft.com/office/drawing/2014/main" id="{959A2D9D-BFB8-856A-C197-704206A59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3618" y="6400800"/>
            <a:ext cx="410135" cy="276228"/>
          </a:xfrm>
        </p:spPr>
        <p:txBody>
          <a:bodyPr/>
          <a:lstStyle/>
          <a:p>
            <a:pPr rtl="0"/>
            <a:fld id="{2A013F82-EE5E-44EE-A61D-E31C6657F26F}" type="slidenum">
              <a:rPr lang="nb-NO" noProof="0" smtClean="0"/>
              <a:t>4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4206988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e 7">
            <a:extLst>
              <a:ext uri="{FF2B5EF4-FFF2-40B4-BE49-F238E27FC236}">
                <a16:creationId xmlns:a16="http://schemas.microsoft.com/office/drawing/2014/main" id="{55940792-277F-889B-882B-F1FB12036AB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6115376" y="1895688"/>
            <a:ext cx="3835876" cy="222260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tel 1">
            <a:extLst>
              <a:ext uri="{FF2B5EF4-FFF2-40B4-BE49-F238E27FC236}">
                <a16:creationId xmlns:a16="http://schemas.microsoft.com/office/drawing/2014/main" id="{F180046C-8CDF-2DAF-86F6-9BAC2A210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646770"/>
            <a:ext cx="9144001" cy="721339"/>
          </a:xfrm>
        </p:spPr>
        <p:txBody>
          <a:bodyPr/>
          <a:lstStyle/>
          <a:p>
            <a:r>
              <a:rPr lang="nb-NO" b="1" dirty="0"/>
              <a:t>Hvorfor er </a:t>
            </a:r>
            <a:r>
              <a:rPr lang="nb-NO" b="1" dirty="0" err="1"/>
              <a:t>Ethereum</a:t>
            </a:r>
            <a:r>
              <a:rPr lang="nb-NO" b="1" dirty="0"/>
              <a:t> viktig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B2510AC4-CE6C-4080-169F-BEB7E4A2DC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2412" y="2062975"/>
            <a:ext cx="4114239" cy="3052675"/>
          </a:xfrm>
        </p:spPr>
        <p:txBody>
          <a:bodyPr/>
          <a:lstStyle/>
          <a:p>
            <a:r>
              <a:rPr lang="nb-NO" dirty="0"/>
              <a:t>Fjerner </a:t>
            </a:r>
            <a:r>
              <a:rPr lang="nb-NO" dirty="0" err="1"/>
              <a:t>mellomled</a:t>
            </a:r>
            <a:endParaRPr lang="nb-NO" dirty="0"/>
          </a:p>
          <a:p>
            <a:r>
              <a:rPr lang="nb-NO" dirty="0"/>
              <a:t>Skaper tillit</a:t>
            </a:r>
          </a:p>
          <a:p>
            <a:r>
              <a:rPr lang="nb-NO" dirty="0"/>
              <a:t>Nye applikasjoner.</a:t>
            </a:r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A7961323-6C7E-D3BF-1C61-9FD4B77C1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26312" y="6400800"/>
            <a:ext cx="3570938" cy="276228"/>
          </a:xfrm>
        </p:spPr>
        <p:txBody>
          <a:bodyPr/>
          <a:lstStyle/>
          <a:p>
            <a:pPr rtl="0"/>
            <a:r>
              <a:rPr lang="nb-NO" sz="1200" noProof="0" dirty="0"/>
              <a:t>BTS4220-1 26V </a:t>
            </a:r>
            <a:r>
              <a:rPr lang="nb-NO" sz="1200" noProof="0" dirty="0" err="1"/>
              <a:t>Blokkjedeteknologi</a:t>
            </a:r>
            <a:r>
              <a:rPr lang="nb-NO" sz="1200" noProof="0" dirty="0"/>
              <a:t> og kryptovaluta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4283B70-70A1-B0A8-7897-1050A72BD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6724" y="6400800"/>
            <a:ext cx="504264" cy="276228"/>
          </a:xfrm>
        </p:spPr>
        <p:txBody>
          <a:bodyPr/>
          <a:lstStyle/>
          <a:p>
            <a:pPr rtl="0"/>
            <a:fld id="{2A013F82-EE5E-44EE-A61D-E31C6657F26F}" type="slidenum">
              <a:rPr lang="nb-NO" noProof="0" smtClean="0"/>
              <a:t>5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3856670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F0578-0512-6B89-B45B-2E300DCD5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702DCE9-5F12-D2A1-E0BD-2EC259306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 err="1"/>
              <a:t>Teknologi</a:t>
            </a:r>
            <a:endParaRPr lang="nb-NO" b="1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F9A328D-C3F8-8BC9-8326-7706A1A55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4" y="1904999"/>
            <a:ext cx="8416244" cy="2895601"/>
          </a:xfrm>
        </p:spPr>
        <p:txBody>
          <a:bodyPr/>
          <a:lstStyle/>
          <a:p>
            <a:r>
              <a:rPr lang="en-GB" dirty="0"/>
              <a:t>Ethereum virtual Machine (EVM).</a:t>
            </a:r>
          </a:p>
          <a:p>
            <a:r>
              <a:rPr lang="en-GB" dirty="0" err="1"/>
              <a:t>Smartkontrakter</a:t>
            </a:r>
            <a:r>
              <a:rPr lang="en-GB" dirty="0"/>
              <a:t> ( </a:t>
            </a:r>
            <a:r>
              <a:rPr lang="en-GB" dirty="0" err="1"/>
              <a:t>kode</a:t>
            </a:r>
            <a:r>
              <a:rPr lang="en-GB" dirty="0"/>
              <a:t> </a:t>
            </a:r>
            <a:r>
              <a:rPr lang="en-GB" dirty="0" err="1"/>
              <a:t>som</a:t>
            </a:r>
            <a:r>
              <a:rPr lang="en-GB" dirty="0"/>
              <a:t> </a:t>
            </a:r>
            <a:r>
              <a:rPr lang="en-GB" dirty="0" err="1"/>
              <a:t>kjører</a:t>
            </a:r>
            <a:r>
              <a:rPr lang="en-GB" dirty="0"/>
              <a:t> </a:t>
            </a:r>
            <a:r>
              <a:rPr lang="en-GB" dirty="0" err="1"/>
              <a:t>automatisk</a:t>
            </a:r>
            <a:r>
              <a:rPr lang="en-GB" dirty="0"/>
              <a:t>)</a:t>
            </a:r>
          </a:p>
          <a:p>
            <a:r>
              <a:rPr lang="en-GB" dirty="0" err="1"/>
              <a:t>Proff</a:t>
            </a:r>
            <a:r>
              <a:rPr lang="en-GB" dirty="0"/>
              <a:t> of Stake. ( </a:t>
            </a:r>
            <a:r>
              <a:rPr lang="en-GB" dirty="0" err="1"/>
              <a:t>validatorer</a:t>
            </a:r>
            <a:r>
              <a:rPr lang="en-GB" dirty="0"/>
              <a:t>)</a:t>
            </a:r>
          </a:p>
          <a:p>
            <a:r>
              <a:rPr lang="en-GB" dirty="0" err="1"/>
              <a:t>Kryptografiog</a:t>
            </a:r>
            <a:r>
              <a:rPr lang="en-GB" dirty="0"/>
              <a:t> </a:t>
            </a:r>
            <a:r>
              <a:rPr lang="en-GB" dirty="0" err="1"/>
              <a:t>blokker</a:t>
            </a:r>
            <a:endParaRPr lang="nb-NO" dirty="0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D1524B74-3C7A-6989-173D-397019092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2860" y="6400800"/>
            <a:ext cx="3673670" cy="276228"/>
          </a:xfrm>
        </p:spPr>
        <p:txBody>
          <a:bodyPr/>
          <a:lstStyle/>
          <a:p>
            <a:pPr rtl="0"/>
            <a:r>
              <a:rPr lang="nb-NO" sz="1200" noProof="0" dirty="0"/>
              <a:t>BTS4220-1 26V </a:t>
            </a:r>
            <a:r>
              <a:rPr lang="nb-NO" sz="1200" noProof="0" dirty="0" err="1"/>
              <a:t>Blokkjedeteknologi</a:t>
            </a:r>
            <a:r>
              <a:rPr lang="nb-NO" sz="1200" noProof="0" dirty="0"/>
              <a:t> og kryptovaluta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793A68B-E976-FCAB-DFFC-EF5626B28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5699" y="6400800"/>
            <a:ext cx="430307" cy="276228"/>
          </a:xfrm>
        </p:spPr>
        <p:txBody>
          <a:bodyPr/>
          <a:lstStyle/>
          <a:p>
            <a:pPr rtl="0"/>
            <a:fld id="{2A013F82-EE5E-44EE-A61D-E31C6657F26F}" type="slidenum">
              <a:rPr lang="nb-NO" noProof="0" smtClean="0"/>
              <a:t>6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3064884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1F09228-B496-0D64-9DFA-FC5076D90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5" y="880946"/>
            <a:ext cx="9725119" cy="652019"/>
          </a:xfrm>
        </p:spPr>
        <p:txBody>
          <a:bodyPr>
            <a:normAutofit/>
          </a:bodyPr>
          <a:lstStyle/>
          <a:p>
            <a:r>
              <a:rPr lang="en-GB" b="1" dirty="0" err="1"/>
              <a:t>Klassifiserring</a:t>
            </a:r>
            <a:endParaRPr lang="nb-NO" b="1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98CE76F-CA8E-A98E-5FC0-3B142D145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1295" y="2097741"/>
            <a:ext cx="4538382" cy="3738283"/>
          </a:xfrm>
          <a:scene3d>
            <a:camera prst="orthographicFront"/>
            <a:lightRig rig="threePt" dir="t"/>
          </a:scene3d>
          <a:sp3d/>
        </p:spPr>
        <p:txBody>
          <a:bodyPr/>
          <a:lstStyle/>
          <a:p>
            <a:pPr marL="0" indent="0">
              <a:buNone/>
            </a:pPr>
            <a:r>
              <a:rPr lang="en-GB" dirty="0" err="1"/>
              <a:t>Ethrteum</a:t>
            </a:r>
            <a:r>
              <a:rPr lang="en-GB" dirty="0"/>
              <a:t> =</a:t>
            </a:r>
          </a:p>
          <a:p>
            <a:r>
              <a:rPr lang="en-GB" dirty="0" err="1"/>
              <a:t>Plattform</a:t>
            </a:r>
            <a:r>
              <a:rPr lang="en-GB" dirty="0"/>
              <a:t> ( </a:t>
            </a:r>
            <a:r>
              <a:rPr lang="en-GB" dirty="0" err="1"/>
              <a:t>ikke</a:t>
            </a:r>
            <a:r>
              <a:rPr lang="en-GB" dirty="0"/>
              <a:t> bare valuta)</a:t>
            </a:r>
          </a:p>
          <a:p>
            <a:r>
              <a:rPr lang="en-GB" dirty="0"/>
              <a:t>Full </a:t>
            </a:r>
            <a:r>
              <a:rPr lang="en-GB" dirty="0" err="1"/>
              <a:t>smartkontrakter</a:t>
            </a:r>
            <a:r>
              <a:rPr lang="en-GB" dirty="0"/>
              <a:t> </a:t>
            </a:r>
            <a:r>
              <a:rPr lang="en-GB" dirty="0" err="1"/>
              <a:t>støtte</a:t>
            </a:r>
            <a:endParaRPr lang="en-GB" dirty="0"/>
          </a:p>
          <a:p>
            <a:r>
              <a:rPr lang="en-GB" dirty="0"/>
              <a:t>Layer 2  </a:t>
            </a:r>
            <a:r>
              <a:rPr lang="en-GB" dirty="0" err="1"/>
              <a:t>skallering</a:t>
            </a:r>
            <a:endParaRPr lang="en-GB" dirty="0"/>
          </a:p>
          <a:p>
            <a:r>
              <a:rPr lang="en-GB" dirty="0"/>
              <a:t>Middels </a:t>
            </a:r>
            <a:r>
              <a:rPr lang="en-GB" dirty="0" err="1"/>
              <a:t>høy</a:t>
            </a:r>
            <a:r>
              <a:rPr lang="en-GB" dirty="0"/>
              <a:t> </a:t>
            </a:r>
            <a:r>
              <a:rPr lang="en-GB" dirty="0" err="1"/>
              <a:t>desentralisering</a:t>
            </a:r>
            <a:endParaRPr lang="en-GB" dirty="0"/>
          </a:p>
          <a:p>
            <a:r>
              <a:rPr lang="en-GB" dirty="0" err="1"/>
              <a:t>Offentlig</a:t>
            </a:r>
            <a:r>
              <a:rPr lang="en-GB" dirty="0"/>
              <a:t> nettverk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nb-NO" dirty="0"/>
          </a:p>
        </p:txBody>
      </p:sp>
      <p:pic>
        <p:nvPicPr>
          <p:cNvPr id="13" name="Plassholder for innhold 12">
            <a:extLst>
              <a:ext uri="{FF2B5EF4-FFF2-40B4-BE49-F238E27FC236}">
                <a16:creationId xmlns:a16="http://schemas.microsoft.com/office/drawing/2014/main" id="{1DF81428-6A8B-5853-375A-0267E354C6B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219974" y="2602007"/>
            <a:ext cx="4078025" cy="2225488"/>
          </a:xfrm>
          <a:prstGeom prst="rect">
            <a:avLst/>
          </a:prstGeom>
        </p:spPr>
      </p:pic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55F4DA80-A9A6-C40A-F3EA-83E04B328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99647" y="6400800"/>
            <a:ext cx="4175965" cy="276228"/>
          </a:xfrm>
        </p:spPr>
        <p:txBody>
          <a:bodyPr/>
          <a:lstStyle/>
          <a:p>
            <a:pPr rtl="0"/>
            <a:r>
              <a:rPr lang="nb-NO" sz="1200" noProof="0" dirty="0"/>
              <a:t>BTS4220-1 26V </a:t>
            </a:r>
            <a:r>
              <a:rPr lang="nb-NO" sz="1200" noProof="0" dirty="0" err="1"/>
              <a:t>Blokkjedeteknologi</a:t>
            </a:r>
            <a:r>
              <a:rPr lang="nb-NO" sz="1200" noProof="0" dirty="0"/>
              <a:t> og kryptovaluta</a:t>
            </a:r>
          </a:p>
        </p:txBody>
      </p:sp>
      <p:sp>
        <p:nvSpPr>
          <p:cNvPr id="8" name="Plassholder for lysbildenummer 7">
            <a:extLst>
              <a:ext uri="{FF2B5EF4-FFF2-40B4-BE49-F238E27FC236}">
                <a16:creationId xmlns:a16="http://schemas.microsoft.com/office/drawing/2014/main" id="{6C54CB1B-3359-376F-F179-1C110AD1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A013F82-EE5E-44EE-A61D-E31C6657F26F}" type="slidenum">
              <a:rPr lang="nb-NO" noProof="0" smtClean="0"/>
              <a:t>7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3370976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F98309B-3917-0C90-C38E-9F3134B6C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142999"/>
          </a:xfrm>
        </p:spPr>
        <p:txBody>
          <a:bodyPr/>
          <a:lstStyle/>
          <a:p>
            <a:r>
              <a:rPr lang="nb-NO" b="1" dirty="0"/>
              <a:t>Styring og desentralisering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3106262C-4873-D241-B0D9-FE2306E55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err="1"/>
              <a:t>Hvem</a:t>
            </a:r>
            <a:r>
              <a:rPr lang="en-GB" dirty="0"/>
              <a:t> </a:t>
            </a:r>
            <a:r>
              <a:rPr lang="en-GB" dirty="0" err="1"/>
              <a:t>styrer</a:t>
            </a:r>
            <a:r>
              <a:rPr lang="en-GB" dirty="0"/>
              <a:t> Ethereum</a:t>
            </a:r>
          </a:p>
          <a:p>
            <a:r>
              <a:rPr lang="en-GB" dirty="0"/>
              <a:t>Ingen </a:t>
            </a:r>
            <a:r>
              <a:rPr lang="en-GB" dirty="0" err="1"/>
              <a:t>sentral</a:t>
            </a:r>
            <a:r>
              <a:rPr lang="en-GB" dirty="0"/>
              <a:t> </a:t>
            </a:r>
            <a:r>
              <a:rPr lang="en-GB" dirty="0" err="1"/>
              <a:t>eier</a:t>
            </a:r>
            <a:endParaRPr lang="en-GB" dirty="0"/>
          </a:p>
          <a:p>
            <a:r>
              <a:rPr lang="en-GB" dirty="0" err="1"/>
              <a:t>Utviklere</a:t>
            </a:r>
            <a:r>
              <a:rPr lang="en-GB" dirty="0"/>
              <a:t> </a:t>
            </a:r>
            <a:r>
              <a:rPr lang="en-GB" dirty="0" err="1"/>
              <a:t>og</a:t>
            </a:r>
            <a:r>
              <a:rPr lang="en-GB" dirty="0"/>
              <a:t> community</a:t>
            </a:r>
          </a:p>
          <a:p>
            <a:r>
              <a:rPr lang="en-GB" dirty="0"/>
              <a:t>Ethereum improvement Proposals (EIP)</a:t>
            </a:r>
          </a:p>
          <a:p>
            <a:r>
              <a:rPr lang="nb-NO" dirty="0"/>
              <a:t>Beslutning gjennom konsensus.</a:t>
            </a:r>
          </a:p>
          <a:p>
            <a:endParaRPr lang="nb-NO" dirty="0"/>
          </a:p>
          <a:p>
            <a:pPr marL="0" indent="0">
              <a:buNone/>
            </a:pPr>
            <a:r>
              <a:rPr lang="nb-NO" dirty="0"/>
              <a:t>Utviklere  </a:t>
            </a:r>
            <a:r>
              <a:rPr lang="nb-NO" dirty="0">
                <a:solidFill>
                  <a:schemeClr val="accent2"/>
                </a:solidFill>
              </a:rPr>
              <a:t>-&gt; </a:t>
            </a:r>
            <a:r>
              <a:rPr lang="nb-NO" dirty="0"/>
              <a:t>   </a:t>
            </a:r>
            <a:r>
              <a:rPr lang="nb-NO" dirty="0" err="1"/>
              <a:t>Community</a:t>
            </a:r>
            <a:r>
              <a:rPr lang="nb-NO" dirty="0"/>
              <a:t> </a:t>
            </a:r>
            <a:r>
              <a:rPr lang="nb-NO" dirty="0">
                <a:solidFill>
                  <a:srgbClr val="00B050"/>
                </a:solidFill>
              </a:rPr>
              <a:t>-&gt;</a:t>
            </a:r>
            <a:r>
              <a:rPr lang="nb-NO" dirty="0"/>
              <a:t> Oppdatering</a:t>
            </a:r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19106A63-2FD9-69C7-EA87-8583BF559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8185" y="6400800"/>
            <a:ext cx="3637427" cy="276228"/>
          </a:xfrm>
        </p:spPr>
        <p:txBody>
          <a:bodyPr/>
          <a:lstStyle/>
          <a:p>
            <a:pPr rtl="0"/>
            <a:r>
              <a:rPr lang="nb-NO" sz="1200" noProof="0" dirty="0"/>
              <a:t>BTS4220-1 26V </a:t>
            </a:r>
            <a:r>
              <a:rPr lang="nb-NO" sz="1200" noProof="0" dirty="0" err="1"/>
              <a:t>Blokkjedeteknologi</a:t>
            </a:r>
            <a:r>
              <a:rPr lang="nb-NO" sz="1200" noProof="0" dirty="0"/>
              <a:t> og kryptovaluta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3A95F566-10BC-6F4D-5447-FAFAE358F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7235" y="6400800"/>
            <a:ext cx="416859" cy="276228"/>
          </a:xfrm>
        </p:spPr>
        <p:txBody>
          <a:bodyPr/>
          <a:lstStyle/>
          <a:p>
            <a:pPr rtl="0"/>
            <a:fld id="{2A013F82-EE5E-44EE-A61D-E31C6657F26F}" type="slidenum">
              <a:rPr lang="nb-NO" noProof="0" smtClean="0"/>
              <a:t>8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3228093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AC1BEF8-574F-CDD5-1FB8-A3BF2A89F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0971" y="381000"/>
            <a:ext cx="9425443" cy="1143002"/>
          </a:xfrm>
        </p:spPr>
        <p:txBody>
          <a:bodyPr>
            <a:normAutofit/>
          </a:bodyPr>
          <a:lstStyle/>
          <a:p>
            <a:r>
              <a:rPr lang="en-GB" b="1" dirty="0" err="1"/>
              <a:t>Fordeler</a:t>
            </a:r>
            <a:r>
              <a:rPr lang="en-GB" b="1" dirty="0"/>
              <a:t> vs </a:t>
            </a:r>
            <a:r>
              <a:rPr lang="en-GB" b="1" dirty="0" err="1"/>
              <a:t>Ulemper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B3F5D67-5617-DC15-C098-FB9206DF18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40971" y="1905002"/>
            <a:ext cx="4718672" cy="36031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b="1" dirty="0" err="1">
                <a:solidFill>
                  <a:srgbClr val="56C5FF"/>
                </a:solidFill>
              </a:rPr>
              <a:t>Fordeler</a:t>
            </a:r>
            <a:endParaRPr lang="en-GB" sz="2800" b="1" dirty="0">
              <a:solidFill>
                <a:srgbClr val="56C5FF"/>
              </a:solidFill>
            </a:endParaRPr>
          </a:p>
          <a:p>
            <a:r>
              <a:rPr lang="en-GB" sz="2800" b="1" dirty="0"/>
              <a:t>      </a:t>
            </a:r>
            <a:r>
              <a:rPr lang="en-GB" sz="2800" b="1" dirty="0" err="1"/>
              <a:t>Fleksibel</a:t>
            </a:r>
            <a:endParaRPr lang="en-GB" sz="2800" b="1" dirty="0"/>
          </a:p>
          <a:p>
            <a:r>
              <a:rPr lang="en-GB" sz="2800" b="1" dirty="0"/>
              <a:t>Mange </a:t>
            </a:r>
            <a:r>
              <a:rPr lang="en-GB" sz="2800" b="1" dirty="0" err="1"/>
              <a:t>bruksområder</a:t>
            </a:r>
            <a:endParaRPr lang="en-GB" sz="2800" b="1" dirty="0"/>
          </a:p>
          <a:p>
            <a:r>
              <a:rPr lang="en-GB" sz="2800" b="1" dirty="0"/>
              <a:t>Stort </a:t>
            </a:r>
            <a:r>
              <a:rPr lang="en-GB" sz="2800" b="1" dirty="0" err="1">
                <a:solidFill>
                  <a:srgbClr val="E5E9EE"/>
                </a:solidFill>
              </a:rPr>
              <a:t>økosystem</a:t>
            </a:r>
            <a:endParaRPr lang="en-GB" sz="2800" b="1" dirty="0">
              <a:solidFill>
                <a:srgbClr val="E5E9EE"/>
              </a:solidFill>
            </a:endParaRPr>
          </a:p>
          <a:p>
            <a:endParaRPr lang="en-GB" sz="2800" b="1" dirty="0">
              <a:solidFill>
                <a:srgbClr val="56C5FF"/>
              </a:solidFill>
            </a:endParaRPr>
          </a:p>
          <a:p>
            <a:endParaRPr lang="nb-NO" sz="2800" b="1" dirty="0">
              <a:solidFill>
                <a:srgbClr val="122A4C"/>
              </a:solidFill>
            </a:endParaRP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3D110CAC-92C6-08F3-A408-958FEB8959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9182" y="1905001"/>
            <a:ext cx="5048418" cy="4114800"/>
          </a:xfrm>
        </p:spPr>
        <p:txBody>
          <a:bodyPr/>
          <a:lstStyle/>
          <a:p>
            <a:pPr marL="0" indent="0">
              <a:buFont typeface="Arial" pitchFamily="34" charset="0"/>
              <a:buNone/>
            </a:pPr>
            <a:r>
              <a:rPr lang="en-GB" sz="3600" b="1" dirty="0" err="1">
                <a:solidFill>
                  <a:srgbClr val="56C5FF"/>
                </a:solidFill>
              </a:rPr>
              <a:t>Ulemper</a:t>
            </a:r>
            <a:endParaRPr lang="en-GB" sz="3600" b="1" dirty="0">
              <a:solidFill>
                <a:srgbClr val="56C5FF"/>
              </a:solidFill>
            </a:endParaRPr>
          </a:p>
          <a:p>
            <a:r>
              <a:rPr lang="en-GB" sz="2800" b="1" dirty="0"/>
              <a:t>Høy fees</a:t>
            </a:r>
          </a:p>
          <a:p>
            <a:r>
              <a:rPr lang="en-GB" sz="2800" b="1" dirty="0" err="1"/>
              <a:t>Skaleringsproblemer</a:t>
            </a:r>
            <a:endParaRPr lang="en-GB" sz="2800" b="1" dirty="0"/>
          </a:p>
          <a:p>
            <a:r>
              <a:rPr lang="en-GB" sz="2800" b="1" dirty="0" err="1"/>
              <a:t>Teknologi</a:t>
            </a:r>
            <a:r>
              <a:rPr lang="en-GB" sz="2800" b="1" dirty="0"/>
              <a:t> er </a:t>
            </a:r>
            <a:r>
              <a:rPr lang="en-GB" sz="2800" b="1" dirty="0" err="1"/>
              <a:t>komplex</a:t>
            </a:r>
            <a:endParaRPr lang="nb-NO" sz="2800" b="1" dirty="0"/>
          </a:p>
          <a:p>
            <a:endParaRPr lang="nb-NO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484E18FE-1BE6-779A-763B-CA8CAF37B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3447" y="6400800"/>
            <a:ext cx="302559" cy="276228"/>
          </a:xfrm>
        </p:spPr>
        <p:txBody>
          <a:bodyPr/>
          <a:lstStyle/>
          <a:p>
            <a:pPr rtl="0"/>
            <a:fld id="{2A013F82-EE5E-44EE-A61D-E31C6657F26F}" type="slidenum">
              <a:rPr lang="nb-NO" noProof="0" smtClean="0"/>
              <a:t>9</a:t>
            </a:fld>
            <a:endParaRPr lang="nb-NO" noProof="0" dirty="0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D3737171-7E6D-E7E5-FF94-468421014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7700" y="6400800"/>
            <a:ext cx="3617912" cy="276228"/>
          </a:xfrm>
        </p:spPr>
        <p:txBody>
          <a:bodyPr/>
          <a:lstStyle/>
          <a:p>
            <a:pPr rtl="0"/>
            <a:r>
              <a:rPr lang="nb-NO" sz="1200" noProof="0" dirty="0"/>
              <a:t>BTS4220-1 26V </a:t>
            </a:r>
            <a:r>
              <a:rPr lang="nb-NO" sz="1200" noProof="0" dirty="0" err="1"/>
              <a:t>Blokkjedeteknologi</a:t>
            </a:r>
            <a:r>
              <a:rPr lang="nb-NO" sz="1200" noProof="0" dirty="0"/>
              <a:t> og kryptovaluta</a:t>
            </a:r>
          </a:p>
        </p:txBody>
      </p:sp>
    </p:spTree>
    <p:extLst>
      <p:ext uri="{BB962C8B-B14F-4D97-AF65-F5344CB8AC3E}">
        <p14:creationId xmlns:p14="http://schemas.microsoft.com/office/powerpoint/2010/main" val="886037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B8F69BD-15D7-7369-BC56-0B86F0C25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380999"/>
            <a:ext cx="9980614" cy="968829"/>
          </a:xfrm>
        </p:spPr>
        <p:txBody>
          <a:bodyPr/>
          <a:lstStyle/>
          <a:p>
            <a:r>
              <a:rPr lang="nb-NO" b="1" dirty="0"/>
              <a:t>Kritisk refleksjon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A9505520-5CAA-8E65-73DB-77A20337A7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0115" y="1905002"/>
            <a:ext cx="5540828" cy="11212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sz="2800" b="1" dirty="0"/>
              <a:t>Er  </a:t>
            </a:r>
            <a:r>
              <a:rPr lang="nb-NO" sz="2800" b="1" dirty="0" err="1"/>
              <a:t>blockchain</a:t>
            </a:r>
            <a:r>
              <a:rPr lang="nb-NO" sz="2800" b="1" dirty="0"/>
              <a:t> alltid nødvendig?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66169369-4054-3FBD-CCD0-6F73036C48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5257" y="3135086"/>
            <a:ext cx="6553199" cy="1676399"/>
          </a:xfrm>
        </p:spPr>
        <p:txBody>
          <a:bodyPr/>
          <a:lstStyle/>
          <a:p>
            <a:pPr marL="0" indent="0">
              <a:buNone/>
            </a:pPr>
            <a:r>
              <a:rPr lang="nb-NO" b="1" dirty="0">
                <a:solidFill>
                  <a:schemeClr val="accent2">
                    <a:lumMod val="75000"/>
                  </a:schemeClr>
                </a:solidFill>
              </a:rPr>
              <a:t>Svaret er nei.</a:t>
            </a:r>
            <a:br>
              <a:rPr lang="nb-NO" dirty="0"/>
            </a:br>
            <a:r>
              <a:rPr lang="nb-NO" dirty="0" err="1"/>
              <a:t>Blockchain</a:t>
            </a:r>
            <a:r>
              <a:rPr lang="nb-NO" dirty="0"/>
              <a:t> er mest nyttig når det er behov for tillit uten mellomledd og høy dataintegritet.</a:t>
            </a:r>
          </a:p>
        </p:txBody>
      </p:sp>
      <p:cxnSp>
        <p:nvCxnSpPr>
          <p:cNvPr id="8" name="Kobling: vinkel 7">
            <a:extLst>
              <a:ext uri="{FF2B5EF4-FFF2-40B4-BE49-F238E27FC236}">
                <a16:creationId xmlns:a16="http://schemas.microsoft.com/office/drawing/2014/main" id="{F5E96584-0206-594A-B42F-716F8B78AE6E}"/>
              </a:ext>
            </a:extLst>
          </p:cNvPr>
          <p:cNvCxnSpPr>
            <a:cxnSpLocks/>
          </p:cNvCxnSpPr>
          <p:nvPr/>
        </p:nvCxnSpPr>
        <p:spPr>
          <a:xfrm>
            <a:off x="2756647" y="2465616"/>
            <a:ext cx="2838610" cy="862531"/>
          </a:xfrm>
          <a:prstGeom prst="bentConnector3">
            <a:avLst>
              <a:gd name="adj1" fmla="val 82924"/>
            </a:avLst>
          </a:prstGeom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Plassholder for lysbildenummer 22">
            <a:extLst>
              <a:ext uri="{FF2B5EF4-FFF2-40B4-BE49-F238E27FC236}">
                <a16:creationId xmlns:a16="http://schemas.microsoft.com/office/drawing/2014/main" id="{F3442E72-7B5F-92EB-4EBD-08EF751E6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6212" y="6400800"/>
            <a:ext cx="423582" cy="276228"/>
          </a:xfrm>
        </p:spPr>
        <p:txBody>
          <a:bodyPr/>
          <a:lstStyle/>
          <a:p>
            <a:pPr rtl="0"/>
            <a:fld id="{2A013F82-EE5E-44EE-A61D-E31C6657F26F}" type="slidenum">
              <a:rPr lang="nb-NO" noProof="0" smtClean="0"/>
              <a:t>10</a:t>
            </a:fld>
            <a:endParaRPr lang="nb-NO" noProof="0" dirty="0"/>
          </a:p>
        </p:txBody>
      </p:sp>
      <p:sp>
        <p:nvSpPr>
          <p:cNvPr id="24" name="Plassholder for bunntekst 23">
            <a:extLst>
              <a:ext uri="{FF2B5EF4-FFF2-40B4-BE49-F238E27FC236}">
                <a16:creationId xmlns:a16="http://schemas.microsoft.com/office/drawing/2014/main" id="{71B407E9-8FC4-EAC8-B96F-678C2EEA6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02205" y="6400800"/>
            <a:ext cx="4348975" cy="276228"/>
          </a:xfrm>
        </p:spPr>
        <p:txBody>
          <a:bodyPr/>
          <a:lstStyle/>
          <a:p>
            <a:pPr rtl="0"/>
            <a:r>
              <a:rPr lang="nb-NO" sz="1200" noProof="0" dirty="0"/>
              <a:t>BTS4220-1 26V </a:t>
            </a:r>
            <a:r>
              <a:rPr lang="nb-NO" sz="1200" noProof="0" dirty="0" err="1"/>
              <a:t>Blokkjedeteknologi</a:t>
            </a:r>
            <a:r>
              <a:rPr lang="nb-NO" sz="1200" noProof="0" dirty="0"/>
              <a:t> og kryptovaluta</a:t>
            </a:r>
          </a:p>
        </p:txBody>
      </p:sp>
    </p:spTree>
    <p:extLst>
      <p:ext uri="{BB962C8B-B14F-4D97-AF65-F5344CB8AC3E}">
        <p14:creationId xmlns:p14="http://schemas.microsoft.com/office/powerpoint/2010/main" val="1776682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43B2065-F87E-F611-CE4B-B2DE94F6E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343" y="381000"/>
            <a:ext cx="9937071" cy="1371600"/>
          </a:xfrm>
        </p:spPr>
        <p:txBody>
          <a:bodyPr/>
          <a:lstStyle/>
          <a:p>
            <a:r>
              <a:rPr lang="nb-NO" b="1" dirty="0"/>
              <a:t>Konklusjon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A2AC03C-EB96-BADF-8D5D-99A4A2EFD6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9343" y="1922290"/>
            <a:ext cx="6908586" cy="3013420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Oppsummering</a:t>
            </a:r>
          </a:p>
          <a:p>
            <a:r>
              <a:rPr lang="en-GB" dirty="0"/>
              <a:t>Ethereum er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kraftig</a:t>
            </a:r>
            <a:r>
              <a:rPr lang="en-GB" dirty="0"/>
              <a:t> </a:t>
            </a:r>
            <a:r>
              <a:rPr lang="en-GB" dirty="0" err="1"/>
              <a:t>og</a:t>
            </a:r>
            <a:r>
              <a:rPr lang="en-GB" dirty="0"/>
              <a:t> </a:t>
            </a:r>
            <a:r>
              <a:rPr lang="en-GB" dirty="0" err="1"/>
              <a:t>fleksibel</a:t>
            </a:r>
            <a:r>
              <a:rPr lang="en-GB" dirty="0"/>
              <a:t> platform</a:t>
            </a:r>
          </a:p>
          <a:p>
            <a:r>
              <a:rPr lang="en-GB" dirty="0"/>
              <a:t>Den spiller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viktig</a:t>
            </a:r>
            <a:r>
              <a:rPr lang="en-GB" dirty="0"/>
              <a:t> </a:t>
            </a:r>
            <a:r>
              <a:rPr lang="en-GB" dirty="0" err="1"/>
              <a:t>rolle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utvikling</a:t>
            </a:r>
            <a:r>
              <a:rPr lang="en-GB" dirty="0"/>
              <a:t> </a:t>
            </a:r>
            <a:r>
              <a:rPr lang="en-GB" dirty="0" err="1"/>
              <a:t>av</a:t>
            </a:r>
            <a:r>
              <a:rPr lang="en-GB" dirty="0"/>
              <a:t> blockchain</a:t>
            </a:r>
          </a:p>
          <a:p>
            <a:r>
              <a:rPr lang="en-GB" dirty="0"/>
              <a:t>Har  </a:t>
            </a:r>
            <a:r>
              <a:rPr lang="en-GB" dirty="0" err="1"/>
              <a:t>fortsatt</a:t>
            </a:r>
            <a:r>
              <a:rPr lang="en-GB" dirty="0"/>
              <a:t> </a:t>
            </a:r>
            <a:r>
              <a:rPr lang="en-GB" dirty="0" err="1"/>
              <a:t>utfordring</a:t>
            </a:r>
            <a:r>
              <a:rPr lang="en-GB" dirty="0"/>
              <a:t> </a:t>
            </a:r>
            <a:r>
              <a:rPr lang="en-GB" dirty="0" err="1"/>
              <a:t>som</a:t>
            </a:r>
            <a:r>
              <a:rPr lang="en-GB" dirty="0"/>
              <a:t> </a:t>
            </a:r>
            <a:r>
              <a:rPr lang="en-GB" dirty="0" err="1"/>
              <a:t>må</a:t>
            </a:r>
            <a:r>
              <a:rPr lang="en-GB" dirty="0"/>
              <a:t> </a:t>
            </a:r>
            <a:r>
              <a:rPr lang="en-GB" dirty="0" err="1"/>
              <a:t>løses</a:t>
            </a:r>
            <a:r>
              <a:rPr lang="en-GB" dirty="0"/>
              <a:t>.</a:t>
            </a:r>
          </a:p>
          <a:p>
            <a:endParaRPr lang="en-GB" dirty="0"/>
          </a:p>
          <a:p>
            <a:endParaRPr lang="nb-NO" dirty="0"/>
          </a:p>
        </p:txBody>
      </p:sp>
      <p:pic>
        <p:nvPicPr>
          <p:cNvPr id="12" name="Plassholder for innhold 11">
            <a:extLst>
              <a:ext uri="{FF2B5EF4-FFF2-40B4-BE49-F238E27FC236}">
                <a16:creationId xmlns:a16="http://schemas.microsoft.com/office/drawing/2014/main" id="{5DD50382-7879-E815-31A0-944B917AF6E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41292" y="2373406"/>
            <a:ext cx="2713214" cy="1519518"/>
          </a:xfrm>
          <a:prstGeom prst="ellipse">
            <a:avLst/>
          </a:prstGeom>
          <a:ln>
            <a:noFill/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  <a:softEdge rad="112500"/>
          </a:effectLst>
        </p:spPr>
      </p:pic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8AE6D560-7AC4-E97F-742E-72D88C1FD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7065" y="6400800"/>
            <a:ext cx="369794" cy="276228"/>
          </a:xfrm>
        </p:spPr>
        <p:txBody>
          <a:bodyPr/>
          <a:lstStyle/>
          <a:p>
            <a:pPr rtl="0"/>
            <a:fld id="{2A013F82-EE5E-44EE-A61D-E31C6657F26F}" type="slidenum">
              <a:rPr lang="nb-NO" noProof="0" smtClean="0"/>
              <a:t>11</a:t>
            </a:fld>
            <a:endParaRPr lang="nb-NO" noProof="0" dirty="0"/>
          </a:p>
        </p:txBody>
      </p:sp>
      <p:sp>
        <p:nvSpPr>
          <p:cNvPr id="10" name="Plassholder for bunntekst 9">
            <a:extLst>
              <a:ext uri="{FF2B5EF4-FFF2-40B4-BE49-F238E27FC236}">
                <a16:creationId xmlns:a16="http://schemas.microsoft.com/office/drawing/2014/main" id="{0ED09061-9E6B-3282-F932-E13789DA1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2859" y="6477000"/>
            <a:ext cx="3882753" cy="280146"/>
          </a:xfrm>
        </p:spPr>
        <p:txBody>
          <a:bodyPr/>
          <a:lstStyle/>
          <a:p>
            <a:pPr rtl="0"/>
            <a:r>
              <a:rPr lang="nb-NO" sz="1200" noProof="0" dirty="0"/>
              <a:t>BTS4220-1 26V </a:t>
            </a:r>
            <a:r>
              <a:rPr lang="nb-NO" sz="1200" noProof="0" dirty="0" err="1"/>
              <a:t>Blokkjedeteknologi</a:t>
            </a:r>
            <a:r>
              <a:rPr lang="nb-NO" sz="1200" noProof="0" dirty="0"/>
              <a:t> og kryptovaluta</a:t>
            </a:r>
          </a:p>
        </p:txBody>
      </p:sp>
    </p:spTree>
    <p:extLst>
      <p:ext uri="{BB962C8B-B14F-4D97-AF65-F5344CB8AC3E}">
        <p14:creationId xmlns:p14="http://schemas.microsoft.com/office/powerpoint/2010/main" val="897068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3D04639-7769-BCFF-DEC0-4314ADD1F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503" y="412595"/>
            <a:ext cx="10186912" cy="1248937"/>
          </a:xfrm>
        </p:spPr>
        <p:txBody>
          <a:bodyPr>
            <a:normAutofit fontScale="90000"/>
          </a:bodyPr>
          <a:lstStyle/>
          <a:p>
            <a:br>
              <a:rPr lang="nb-NO" dirty="0"/>
            </a:br>
            <a:br>
              <a:rPr lang="nb-NO" dirty="0"/>
            </a:br>
            <a:br>
              <a:rPr lang="nb-NO" dirty="0"/>
            </a:br>
            <a:br>
              <a:rPr lang="nb-NO" dirty="0"/>
            </a:br>
            <a:br>
              <a:rPr lang="nb-NO" dirty="0"/>
            </a:br>
            <a:br>
              <a:rPr lang="nb-NO" dirty="0"/>
            </a:br>
            <a:br>
              <a:rPr lang="nb-NO" dirty="0"/>
            </a:br>
            <a:br>
              <a:rPr lang="nb-NO" dirty="0"/>
            </a:br>
            <a:br>
              <a:rPr lang="nb-NO" dirty="0"/>
            </a:br>
            <a:br>
              <a:rPr lang="nb-NO" dirty="0"/>
            </a:br>
            <a:br>
              <a:rPr lang="nb-NO" dirty="0"/>
            </a:br>
            <a:br>
              <a:rPr lang="nb-NO" dirty="0"/>
            </a:br>
            <a:br>
              <a:rPr lang="nb-NO" dirty="0"/>
            </a:br>
            <a:r>
              <a:rPr lang="nb-NO" sz="4000" b="1" dirty="0"/>
              <a:t>Referanser</a:t>
            </a:r>
            <a:br>
              <a:rPr lang="nb-NO" b="1" dirty="0">
                <a:solidFill>
                  <a:srgbClr val="56C5FF"/>
                </a:solidFill>
              </a:rPr>
            </a:br>
            <a:endParaRPr lang="nb-NO" b="1" dirty="0">
              <a:solidFill>
                <a:srgbClr val="56C5FF"/>
              </a:solidFill>
            </a:endParaRP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9389D479-D11B-9959-135F-4BE71F00E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0371" y="1385047"/>
            <a:ext cx="11458951" cy="3331919"/>
          </a:xfrm>
        </p:spPr>
        <p:txBody>
          <a:bodyPr>
            <a:normAutofit/>
          </a:bodyPr>
          <a:lstStyle/>
          <a:p>
            <a:r>
              <a:rPr lang="nb-NO" sz="1800" dirty="0"/>
              <a:t>Ethereum.org (</a:t>
            </a:r>
            <a:r>
              <a:rPr lang="nb-NO" sz="1800" dirty="0" err="1"/>
              <a:t>offiseell</a:t>
            </a:r>
            <a:r>
              <a:rPr lang="nb-NO" sz="1800" dirty="0"/>
              <a:t> side)</a:t>
            </a:r>
          </a:p>
          <a:p>
            <a:r>
              <a:rPr lang="nb-NO" sz="1800" dirty="0" err="1"/>
              <a:t>Ethereum</a:t>
            </a:r>
            <a:r>
              <a:rPr lang="nb-NO" sz="1800" dirty="0"/>
              <a:t> </a:t>
            </a:r>
            <a:r>
              <a:rPr lang="nb-NO" sz="1800" dirty="0" err="1"/>
              <a:t>Whitepaper</a:t>
            </a:r>
            <a:r>
              <a:rPr lang="nb-NO" sz="1800" dirty="0"/>
              <a:t> (</a:t>
            </a:r>
            <a:r>
              <a:rPr lang="nb-NO" sz="1800" dirty="0" err="1"/>
              <a:t>Buterin</a:t>
            </a:r>
            <a:r>
              <a:rPr lang="nb-NO" sz="1800" dirty="0"/>
              <a:t>, 2013)</a:t>
            </a:r>
          </a:p>
          <a:p>
            <a:r>
              <a:rPr lang="nb-NO" sz="1800" dirty="0"/>
              <a:t>Google </a:t>
            </a:r>
            <a:r>
              <a:rPr lang="nb-NO" sz="1800" dirty="0" err="1"/>
              <a:t>Scholar</a:t>
            </a:r>
            <a:r>
              <a:rPr lang="nb-NO" sz="1800" dirty="0"/>
              <a:t> (artikler om </a:t>
            </a:r>
            <a:r>
              <a:rPr lang="nb-NO" sz="1800" dirty="0" err="1"/>
              <a:t>blockchain</a:t>
            </a:r>
            <a:r>
              <a:rPr lang="nb-NO" sz="1800" dirty="0"/>
              <a:t>)</a:t>
            </a:r>
          </a:p>
          <a:p>
            <a:r>
              <a:rPr lang="nb-NO" sz="1800" dirty="0" err="1"/>
              <a:t>Forlesningsnotater</a:t>
            </a:r>
            <a:r>
              <a:rPr lang="nb-NO" sz="1800" dirty="0"/>
              <a:t> (USN)</a:t>
            </a:r>
          </a:p>
          <a:p>
            <a:r>
              <a:rPr lang="nb-NO" sz="1800" dirty="0"/>
              <a:t>Etherscan.io ( for nettverksdata).</a:t>
            </a:r>
          </a:p>
          <a:p>
            <a:r>
              <a:rPr lang="nb-NO" sz="1800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https://no.beincrypto.com/ethereum-fremtid-2035/</a:t>
            </a:r>
            <a:endParaRPr lang="nb-NO" sz="1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nb-NO" sz="1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endParaRPr lang="nb-NO" sz="1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nb-NO" sz="1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endParaRPr lang="nb-NO" dirty="0"/>
          </a:p>
          <a:p>
            <a:endParaRPr lang="nb-NO" dirty="0">
              <a:solidFill>
                <a:schemeClr val="bg2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12" name="Plassholder for innhold 11">
            <a:extLst>
              <a:ext uri="{FF2B5EF4-FFF2-40B4-BE49-F238E27FC236}">
                <a16:creationId xmlns:a16="http://schemas.microsoft.com/office/drawing/2014/main" id="{73D67EF2-B20E-959F-6DE3-795E695CD89C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757163352"/>
              </p:ext>
            </p:extLst>
          </p:nvPr>
        </p:nvGraphicFramePr>
        <p:xfrm>
          <a:off x="5754029" y="1385047"/>
          <a:ext cx="5062653" cy="23729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TekstSylinder 10">
            <a:extLst>
              <a:ext uri="{FF2B5EF4-FFF2-40B4-BE49-F238E27FC236}">
                <a16:creationId xmlns:a16="http://schemas.microsoft.com/office/drawing/2014/main" id="{700E8BDC-437B-1CEE-3401-5917E5FB9D6E}"/>
              </a:ext>
            </a:extLst>
          </p:cNvPr>
          <p:cNvSpPr txBox="1"/>
          <p:nvPr/>
        </p:nvSpPr>
        <p:spPr>
          <a:xfrm>
            <a:off x="674913" y="2373086"/>
            <a:ext cx="43869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nb-NO" dirty="0"/>
          </a:p>
          <a:p>
            <a:endParaRPr lang="nb-NO" dirty="0"/>
          </a:p>
        </p:txBody>
      </p:sp>
      <p:sp>
        <p:nvSpPr>
          <p:cNvPr id="17" name="Plassholder for lysbildenummer 16">
            <a:extLst>
              <a:ext uri="{FF2B5EF4-FFF2-40B4-BE49-F238E27FC236}">
                <a16:creationId xmlns:a16="http://schemas.microsoft.com/office/drawing/2014/main" id="{90FD90E8-93A6-0814-8C75-D7C18D128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0000" y="6400800"/>
            <a:ext cx="369794" cy="276228"/>
          </a:xfrm>
        </p:spPr>
        <p:txBody>
          <a:bodyPr/>
          <a:lstStyle/>
          <a:p>
            <a:pPr rtl="0"/>
            <a:fld id="{2A013F82-EE5E-44EE-A61D-E31C6657F26F}" type="slidenum">
              <a:rPr lang="nb-NO" noProof="0" smtClean="0"/>
              <a:t>12</a:t>
            </a:fld>
            <a:endParaRPr lang="nb-NO" noProof="0" dirty="0"/>
          </a:p>
        </p:txBody>
      </p:sp>
      <p:sp>
        <p:nvSpPr>
          <p:cNvPr id="18" name="Plassholder for bunntekst 17">
            <a:extLst>
              <a:ext uri="{FF2B5EF4-FFF2-40B4-BE49-F238E27FC236}">
                <a16:creationId xmlns:a16="http://schemas.microsoft.com/office/drawing/2014/main" id="{475DCCDD-FADF-33A4-83A3-230B15442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44253" y="6515100"/>
            <a:ext cx="3631359" cy="161928"/>
          </a:xfrm>
        </p:spPr>
        <p:txBody>
          <a:bodyPr/>
          <a:lstStyle/>
          <a:p>
            <a:pPr rtl="0"/>
            <a:r>
              <a:rPr lang="nb-NO" sz="1200" noProof="0" dirty="0"/>
              <a:t>BTS4220-1 26V </a:t>
            </a:r>
            <a:r>
              <a:rPr lang="nb-NO" sz="1200" noProof="0" dirty="0" err="1"/>
              <a:t>Blokkjedeteknologi</a:t>
            </a:r>
            <a:r>
              <a:rPr lang="nb-NO" sz="1200" noProof="0" dirty="0"/>
              <a:t> og kryptovaluta</a:t>
            </a:r>
          </a:p>
        </p:txBody>
      </p:sp>
    </p:spTree>
    <p:extLst>
      <p:ext uri="{BB962C8B-B14F-4D97-AF65-F5344CB8AC3E}">
        <p14:creationId xmlns:p14="http://schemas.microsoft.com/office/powerpoint/2010/main" val="824703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Digital blå tunnel 16 x 9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9411892_TF02895261" id="{1F0240CC-77E2-43B8-8D35-CC9E8A6A5618}" vid="{E783CF96-4121-45A6-BB6E-10AB8B2F4295}"/>
    </a:ext>
  </a:extLst>
</a:theme>
</file>

<file path=ppt/theme/theme2.xml><?xml version="1.0" encoding="utf-8"?>
<a:theme xmlns:a="http://schemas.openxmlformats.org/drawingml/2006/main" name="Office-tema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ema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35db03b-b46d-404c-8288-c39d1671f0a8">
      <Terms xmlns="http://schemas.microsoft.com/office/infopath/2007/PartnerControls"/>
    </lcf76f155ced4ddcb4097134ff3c332f>
    <TaxCatchAll xmlns="ce8d9ded-bccf-44ff-b332-4b69a92c079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268122C6D825547B074351E9AEFA2FF" ma:contentTypeVersion="11" ma:contentTypeDescription="Opprett et nytt dokument." ma:contentTypeScope="" ma:versionID="b093173498d4a34bc6db7dfe7e223c0d">
  <xsd:schema xmlns:xsd="http://www.w3.org/2001/XMLSchema" xmlns:xs="http://www.w3.org/2001/XMLSchema" xmlns:p="http://schemas.microsoft.com/office/2006/metadata/properties" xmlns:ns2="735db03b-b46d-404c-8288-c39d1671f0a8" xmlns:ns3="ce8d9ded-bccf-44ff-b332-4b69a92c0797" targetNamespace="http://schemas.microsoft.com/office/2006/metadata/properties" ma:root="true" ma:fieldsID="08afa428ade0ee5a872458c518e4d93d" ns2:_="" ns3:_="">
    <xsd:import namespace="735db03b-b46d-404c-8288-c39d1671f0a8"/>
    <xsd:import namespace="ce8d9ded-bccf-44ff-b332-4b69a92c079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5db03b-b46d-404c-8288-c39d1671f0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emerkelapper" ma:readOnly="false" ma:fieldId="{5cf76f15-5ced-4ddc-b409-7134ff3c332f}" ma:taxonomyMulti="true" ma:sspId="7d912fff-f0be-4533-ba2b-d4ff65658f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8d9ded-bccf-44ff-b332-4b69a92c079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356872d-332b-471d-baaa-518fcf160050}" ma:internalName="TaxCatchAll" ma:showField="CatchAllData" ma:web="ce8d9ded-bccf-44ff-b332-4b69a92c079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4B700FB-B81C-46A9-92D6-C3D263C539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0E41224-0370-4595-877C-23316CD80004}">
  <ds:schemaRefs>
    <ds:schemaRef ds:uri="http://purl.org/dc/dcmitype/"/>
    <ds:schemaRef ds:uri="http://purl.org/dc/elements/1.1/"/>
    <ds:schemaRef ds:uri="http://purl.org/dc/terms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ce8d9ded-bccf-44ff-b332-4b69a92c0797"/>
    <ds:schemaRef ds:uri="735db03b-b46d-404c-8288-c39d1671f0a8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C612DB45-AAEE-4F47-B3D2-F4D12E4EFF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35db03b-b46d-404c-8288-c39d1671f0a8"/>
    <ds:schemaRef ds:uri="ce8d9ded-bccf-44ff-b332-4b69a92c079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bc758dd0-ab53-4372-9a7c-e98a9620862c}" enabled="0" method="" siteId="{bc758dd0-ab53-4372-9a7c-e98a9620862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Digital blå tunnel-presentasjon for bedrifter (bredformat)</Template>
  <TotalTime>523</TotalTime>
  <Words>371</Words>
  <Application>Microsoft Office PowerPoint</Application>
  <PresentationFormat>Egendefinert</PresentationFormat>
  <Paragraphs>104</Paragraphs>
  <Slides>12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12</vt:i4>
      </vt:variant>
    </vt:vector>
  </HeadingPairs>
  <TitlesOfParts>
    <vt:vector size="16" baseType="lpstr">
      <vt:lpstr>Abadi</vt:lpstr>
      <vt:lpstr>Arial</vt:lpstr>
      <vt:lpstr>Corbel</vt:lpstr>
      <vt:lpstr>Digital blå tunnel 16 x 9</vt:lpstr>
      <vt:lpstr>  Analyse og klassifisering av Ethereum </vt:lpstr>
      <vt:lpstr>Hva hvis…?</vt:lpstr>
      <vt:lpstr>           </vt:lpstr>
      <vt:lpstr>Hvordan fungerer det?</vt:lpstr>
      <vt:lpstr>Hvorfor er Ethereum viktig</vt:lpstr>
      <vt:lpstr>Teknologi</vt:lpstr>
      <vt:lpstr>Klassifiserring</vt:lpstr>
      <vt:lpstr>Styring og desentralisering</vt:lpstr>
      <vt:lpstr>Fordeler vs Ulemper</vt:lpstr>
      <vt:lpstr>Kritisk refleksjon</vt:lpstr>
      <vt:lpstr>Konklusjon</vt:lpstr>
      <vt:lpstr>             Referanser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Salwa Khaled Azzam</dc:creator>
  <cp:lastModifiedBy>Hadil Rustam hadrustam</cp:lastModifiedBy>
  <cp:revision>21</cp:revision>
  <dcterms:created xsi:type="dcterms:W3CDTF">2025-10-26T16:59:12Z</dcterms:created>
  <dcterms:modified xsi:type="dcterms:W3CDTF">2026-03-18T22:42:06Z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0x010100A268122C6D825547B074351E9AEFA2FF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MediaServiceImageTags">
    <vt:lpwstr/>
  </property>
</Properties>
</file>